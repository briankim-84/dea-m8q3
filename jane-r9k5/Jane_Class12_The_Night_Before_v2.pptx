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· CLASS 12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Night Before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is day one. Tonight we run the onboarding meeting once, start to finish — no notes.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Seven You Memorized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없이. Brian은 강세와 쉬는 곳만 들어요.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68112" cy="1097280"/>
          </a:xfrm>
          <a:prstGeom prst="roundRect">
            <a:avLst>
              <a:gd name="adj" fmla="val 6667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4599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hello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finally meet you — I'm Jane. / Thank you for making time for this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468112" cy="1097280"/>
          </a:xfrm>
          <a:prstGeom prst="roundRect">
            <a:avLst>
              <a:gd name="adj" fmla="val 6667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554480"/>
            <a:ext cx="4599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How's your first day?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so far → everyone welcoming → excited to get started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79192"/>
            <a:ext cx="5468112" cy="1097280"/>
          </a:xfrm>
          <a:prstGeom prst="roundRect">
            <a:avLst>
              <a:gd name="adj" fmla="val 6667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770632"/>
            <a:ext cx="4599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yourself (1 min)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 2 yrs → customs holds &amp; delays → coordinated customers/customs/teams → pharma &amp; labs → time-sensitive → clinical trials new → SOPs first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2679192"/>
            <a:ext cx="5468112" cy="1097280"/>
          </a:xfrm>
          <a:prstGeom prst="roundRect">
            <a:avLst>
              <a:gd name="adj" fmla="val 6667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2770632"/>
            <a:ext cx="4599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(30 sec)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 → held at customs, dry ice → airport team: expedited clearance + replenishment → stayed within temperature → quick action, clear communication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95344"/>
            <a:ext cx="5468112" cy="1097280"/>
          </a:xfrm>
          <a:prstGeom prst="roundRect">
            <a:avLst>
              <a:gd name="adj" fmla="val 6667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986784"/>
            <a:ext cx="4599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in first weeks? · report directly to you, or someone in Korea? · how often check-ins?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3895344"/>
            <a:ext cx="5468112" cy="1097280"/>
          </a:xfrm>
          <a:prstGeom prst="roundRect">
            <a:avLst>
              <a:gd name="adj" fmla="val 6667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3986784"/>
            <a:ext cx="4599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don't catch it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Sorry, could you say that again? · Could you speak a little more slowly? · Just to confirm, you'd like me to ~, right?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111496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5202936"/>
            <a:ext cx="10222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the detailed overview. I'll review my notes and follow up if I have any questions.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Hello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42972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442972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About you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1584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1584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 team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40196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40196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Your role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88808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88808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Training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837420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37420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Systems</a:t>
            </a:r>
            <a:endParaRPr lang="en-US" sz="1100" dirty="0"/>
          </a:p>
        </p:txBody>
      </p:sp>
      <p:pic>
        <p:nvPicPr>
          <p:cNvPr id="14" name="Image 0" descr="/home/claude/jane12/img/gre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68680"/>
            <a:ext cx="4572000" cy="34290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394960" y="8686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1 of 6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10972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Hello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16459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3~5분. 짧고 밝게.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394960" y="2240280"/>
            <a:ext cx="624535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96128" y="2258568"/>
            <a:ext cx="5879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How's your first day going so far?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394960" y="2898648"/>
            <a:ext cx="624535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596128" y="2916936"/>
            <a:ext cx="5879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get your laptop set up?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394960" y="3557016"/>
            <a:ext cx="624535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596128" y="3575304"/>
            <a:ext cx="5879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you feeling about starting a new role?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4215384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" y="4233672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hear me okay?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4873752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8920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office a pleasant place so far?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pleasant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Hello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42972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442972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About you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1584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1584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 team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40196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40196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Your role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88808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88808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Training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837420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37420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Systems</a:t>
            </a:r>
            <a:endParaRPr lang="en-US" sz="1100" dirty="0"/>
          </a:p>
        </p:txBody>
      </p:sp>
      <p:pic>
        <p:nvPicPr>
          <p:cNvPr id="14" name="Image 0" descr="/home/claude/jane12/img/int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68680"/>
            <a:ext cx="4572000" cy="34290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394960" y="8686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2 of 6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10972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You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16459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메시지 하나: FedEx에서 통관·운송 지연을 중간에서 조율해 해결했다.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394960" y="2240280"/>
            <a:ext cx="624535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96128" y="2258568"/>
            <a:ext cx="5879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tell me a bit about yourself and your background?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394960" y="2898648"/>
            <a:ext cx="624535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596128" y="2916936"/>
            <a:ext cx="5879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handle day by day at FedEx?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394960" y="3557016"/>
            <a:ext cx="624535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596128" y="3575304"/>
            <a:ext cx="5879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give me an example of a difficult case you handled?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4215384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" y="4233672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kinds of customs issues did you deal with most often?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4873752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8920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hardest problem you had to overcome there?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Hello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42972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442972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About you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1584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1584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 team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40196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40196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Your role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88808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88808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Training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837420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37420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Systems</a:t>
            </a:r>
            <a:endParaRPr lang="en-US" sz="1100" dirty="0"/>
          </a:p>
        </p:txBody>
      </p:sp>
      <p:pic>
        <p:nvPicPr>
          <p:cNvPr id="14" name="Image 0" descr="/home/claude/jane12/img/te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68680"/>
            <a:ext cx="4572000" cy="34290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394960" y="8686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3 of 6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10972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16459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면접이 아니라 온보딩. 가볍게, 솔직하게.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394960" y="2240280"/>
            <a:ext cx="624535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96128" y="2258568"/>
            <a:ext cx="5879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you decide to move to ICON?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394960" y="2898648"/>
            <a:ext cx="624535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596128" y="2916936"/>
            <a:ext cx="5879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 your strengths are?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394960" y="3557016"/>
            <a:ext cx="624535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596128" y="3575304"/>
            <a:ext cx="5879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areas do you think you'll need to develop?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4215384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" y="4233672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manager is in Taipei — how do you feel about working remotely with me?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4873752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8920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react when several urgent requests come in at once?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48640" y="5532120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" y="5550408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quickly do you adapt to new systems and processes?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adapt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Hello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42972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442972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About you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1584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1584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 team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40196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40196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Your role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88808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88808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Training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837420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37420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Systems</a:t>
            </a:r>
            <a:endParaRPr lang="en-US" sz="1100" dirty="0"/>
          </a:p>
        </p:txBody>
      </p:sp>
      <p:pic>
        <p:nvPicPr>
          <p:cNvPr id="14" name="Image 0" descr="/home/claude/jane12/img/scop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68680"/>
            <a:ext cx="4572000" cy="34290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394960" y="8686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4 of 6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10972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Role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16459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아는 것 + 배우겠다. 모르면 모른다고.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394960" y="2240280"/>
            <a:ext cx="624535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96128" y="2258568"/>
            <a:ext cx="5879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familiar with clinical trials, or how a CRO works?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394960" y="2898648"/>
            <a:ext cx="624535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596128" y="2916936"/>
            <a:ext cx="5879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know what an investigational product is?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394960" y="3557016"/>
            <a:ext cx="624535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596128" y="3575304"/>
            <a:ext cx="5879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temperature control so important in our shipments?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4215384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" y="4233672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 if a shipment had a temperature excursion?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4873752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8920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worked with specialty couriers like World Courier or Marken?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48640" y="5532120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" y="5550408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confident are you with dry ice shipments?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Hello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42972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442972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About you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1584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1584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 team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40196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40196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Your role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88808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88808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Training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837420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37420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Systems</a:t>
            </a:r>
            <a:endParaRPr lang="en-US" sz="1100" dirty="0"/>
          </a:p>
        </p:txBody>
      </p:sp>
      <p:pic>
        <p:nvPicPr>
          <p:cNvPr id="14" name="Image 0" descr="/home/claude/jane12/img/train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68680"/>
            <a:ext cx="4572000" cy="34290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394960" y="8686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5 of 6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10972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16459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there anything you're curious about?” → Jane이 2~3개. Brian은 한두 문장으로만 답해요.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394960" y="2240280"/>
            <a:ext cx="624535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96128" y="2258568"/>
            <a:ext cx="5879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main priorities for me in the first few weeks?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394960" y="2898648"/>
            <a:ext cx="624535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596128" y="2916936"/>
            <a:ext cx="5879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report directly to you, or is there someone in Korea as well?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394960" y="3557016"/>
            <a:ext cx="624535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596128" y="3575304"/>
            <a:ext cx="5879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would you like to have check-ins?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4215384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" y="4233672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deadline for completing the mandatory trainings?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4873752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8920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success look like for me in the first 3 months?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Hello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442972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442972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About you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1584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1584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 team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40196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40196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Your role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88808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88808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Training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837420" y="256032"/>
            <a:ext cx="1757172" cy="384048"/>
          </a:xfrm>
          <a:prstGeom prst="roundRect">
            <a:avLst>
              <a:gd name="adj" fmla="val 50000"/>
            </a:avLst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37420" y="256032"/>
            <a:ext cx="1757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Systems</a:t>
            </a:r>
            <a:endParaRPr lang="en-US" sz="1100" dirty="0"/>
          </a:p>
        </p:txBody>
      </p:sp>
      <p:pic>
        <p:nvPicPr>
          <p:cNvPr id="14" name="Image 0" descr="/home/claude/jane12/img/system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68680"/>
            <a:ext cx="4572000" cy="34290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394960" y="8686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6 of 6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10972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Systems &amp; Closing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16459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질문 하나, 그리고 마무리 인사까지 한 번에.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394960" y="2240280"/>
            <a:ext cx="624535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96128" y="2258568"/>
            <a:ext cx="5879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and when should I request access to our trade compliance system?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394960" y="2898648"/>
            <a:ext cx="624535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596128" y="2916936"/>
            <a:ext cx="5879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any other questions for me?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394960" y="3557016"/>
            <a:ext cx="6245352" cy="585216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596128" y="3575304"/>
            <a:ext cx="5879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else you'd like to add before we wrap up?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the Meeting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메시지 한 줄과 팔로업 이메일. 말로 만들어요.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7276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· RIGHT AFTER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~, thank you so much for the helpful onboarding session today!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review the materials we discussed and let you know if I have any questions.</a:t>
            </a:r>
            <a:endParaRPr lang="en-US" sz="15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Jane이 바꿀 것: 오늘 실제로 들은 내용 한 가지를 넣기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513832" cy="4846320"/>
          </a:xfrm>
          <a:prstGeom prst="roundRect">
            <a:avLst>
              <a:gd name="adj" fmla="val 15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57276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SAME DAY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965960"/>
            <a:ext cx="5074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Thank you – Onboarding meeting summary</a:t>
            </a:r>
            <a:endParaRPr lang="en-US" sz="130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taking the time to meet with me today.</a:t>
            </a:r>
            <a:endParaRPr lang="en-US" sz="130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a quick summary of what I noted: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key responsibility  · SOPs / trainings + deadline  · next check-in</a:t>
            </a:r>
            <a:endParaRPr lang="en-US" sz="130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let me know if I missed anything.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regards, Jane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Jane이 바꿀 것: 세 줄 요약을 오늘 미팅 내용으로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Tomorrow Morning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출근해서 매니저에게 보낼 첫 메시지. 2~3줄로 정해요. 이건 내일 진짜 보내는 거예요.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7276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TWO OR THREE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Hi ~, I'm Jane. I started today on the GSO Global Logistics Import &amp; Export team.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I'll be taking over the Korea shipments, and I'm looking forward to working with you.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What's the best way to reach you — chat, email, or a quick call?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I'm one hour ahead of you, so what hours work best for you?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Before our onboarding meeting, is there anything I should read?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Just a quick update: I'm still waiting for IT to set up my laptop.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513832" cy="4846320"/>
          </a:xfrm>
          <a:prstGeom prst="roundRect">
            <a:avLst>
              <a:gd name="adj" fmla="val 1509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57276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JANE'S MESSAGE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920240"/>
            <a:ext cx="507492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2026-10-05T12:27:03Z</dcterms:created>
  <dcterms:modified xsi:type="dcterms:W3CDTF">2026-10-05T12:27:03Z</dcterms:modified>
</cp:coreProperties>
</file>
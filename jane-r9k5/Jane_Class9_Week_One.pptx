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75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660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BF3AA696-0558-40E8-BEF5-861667BAB9D3}"/>
    <pc:docChg chg="custSel modSld">
      <pc:chgData name="Brian Kim" userId="bfb6c6aebdabc740" providerId="LiveId" clId="{BF3AA696-0558-40E8-BEF5-861667BAB9D3}" dt="2026-09-22T04:13:34.646" v="803" actId="20577"/>
      <pc:docMkLst>
        <pc:docMk/>
      </pc:docMkLst>
      <pc:sldChg chg="modSp mod">
        <pc:chgData name="Brian Kim" userId="bfb6c6aebdabc740" providerId="LiveId" clId="{BF3AA696-0558-40E8-BEF5-861667BAB9D3}" dt="2026-09-22T03:55:13.593" v="431" actId="20577"/>
        <pc:sldMkLst>
          <pc:docMk/>
          <pc:sldMk cId="0" sldId="257"/>
        </pc:sldMkLst>
        <pc:spChg chg="mod">
          <ac:chgData name="Brian Kim" userId="bfb6c6aebdabc740" providerId="LiveId" clId="{BF3AA696-0558-40E8-BEF5-861667BAB9D3}" dt="2026-09-22T03:55:13.593" v="431" actId="20577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Brian Kim" userId="bfb6c6aebdabc740" providerId="LiveId" clId="{BF3AA696-0558-40E8-BEF5-861667BAB9D3}" dt="2026-09-22T04:01:15.774" v="619" actId="20577"/>
        <pc:sldMkLst>
          <pc:docMk/>
          <pc:sldMk cId="0" sldId="258"/>
        </pc:sldMkLst>
        <pc:spChg chg="mod">
          <ac:chgData name="Brian Kim" userId="bfb6c6aebdabc740" providerId="LiveId" clId="{BF3AA696-0558-40E8-BEF5-861667BAB9D3}" dt="2026-09-22T04:01:15.774" v="619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Brian Kim" userId="bfb6c6aebdabc740" providerId="LiveId" clId="{BF3AA696-0558-40E8-BEF5-861667BAB9D3}" dt="2026-09-22T04:13:34.646" v="803" actId="20577"/>
        <pc:sldMkLst>
          <pc:docMk/>
          <pc:sldMk cId="0" sldId="260"/>
        </pc:sldMkLst>
        <pc:spChg chg="mod">
          <ac:chgData name="Brian Kim" userId="bfb6c6aebdabc740" providerId="LiveId" clId="{BF3AA696-0558-40E8-BEF5-861667BAB9D3}" dt="2026-09-22T04:13:34.646" v="803" actId="20577"/>
          <ac:spMkLst>
            <pc:docMk/>
            <pc:sldMk cId="0" sldId="260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929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JANE · CLASS 9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Week One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New team, first meetings, and asking without looking lost.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MEETING THE TEAM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Introducing Yourself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360152" y="6400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360152" y="640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specialist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44584" y="64008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244584" y="6400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profile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84264" y="704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 · 지난주 단어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manager says “introduce yourself to the team.” Thirty seconds.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Someone asks where you worked before. How much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Someone asks why you moved.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ask them back?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YOU ARE · 소개하기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Hi, I'm Jane — I'm joining the ~ team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안녕하세요, ~팀에 합류한 Jane이에요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was at FedEx for ~ years, mostly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FedEx에서 ~년, 주로 ~를 했어요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wanted to move closer to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가까운 일을 하고 싶었어요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2823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ASKING BACK · 되묻기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2823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still learning how things work here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아직 여기 방식을 배우는 중이에요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work on?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무슨 일 하세요?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long have you been here?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여기 온 지 얼마나 되셨어요?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2960" y="5907024"/>
            <a:ext cx="105156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GSO (Global Logistics import and export team) / handled client’s claim such as delay, payment / I wanted to move closer to bio industry / My hobby is listening music and reading a book / in my spare time, I would like to listen a music and reading a book / I adapt well in this team and make my job in written manual and get along well with my team members</a:t>
            </a: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FIRST MEETING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Keeping Up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451592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451592" y="640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framework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427464" y="6400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427464" y="640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67144" y="704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 · 지난주 단어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don't know half the acronyms. What do you do?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Someone asks your opinion on day two.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realize you missed something important. How do you catch up?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do you speak, and when do you just listen?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YOU'RE LOST · 모를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what does ~ stand for?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죄송한데 ~가 뭐의 약자예요?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new, so bear with me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신입이라 조금만 봐주세요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make sure I've got this right —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맞게 이해했는지 확인할게요 — ~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2823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THEY ASK YOU · 의견 물을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2823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what I've seen so far,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지금까지 본 걸로는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rather listen this week and speak next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이번 주는 듣고 다음 주에 말할게요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come back to that once I've read up?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좀 읽어보고 다시 말씀드려도 될까요?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2960" y="5907024"/>
            <a:ext cx="105156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Let me make sure I’ve got this right. You mean, GSO stand for Global logistics import and export team. / Let me make sure I understood correct, / </a:t>
            </a: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Without Looking Lost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451592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451592" y="640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virtually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061704" y="6400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061704" y="640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assistance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501384" y="704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 · 지난주 단어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don't know how to do something basic. Who do you ask, and how?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asked once already. How do you ask again?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Someone explains too fast.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never ask on day one?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FIRST TIME · 처음 물을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have five minutes? I want to make sure I do this right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5분만 괜찮으세요? 제대로 하고 싶어서요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Who's the person to ask about ~?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누구한테 물어봐요?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there a doc for this, or is it in someone's head?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이거 문서가 있나요, 아니면 누가 아는 거예요?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2823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AGAIN · 다시 물을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2823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to ask again — I want to get it right this time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또 여쭤서 죄송해요, 이번엔 제대로 하려고요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Could you slow down? I'm writing this down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조금만 천천히요, 적고 있어요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2960" y="5907024"/>
            <a:ext cx="105156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END OF WEEK ONE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Friday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43032" y="64008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543032" y="640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emphasis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427464" y="64008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427464" y="6400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arrival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67144" y="704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 · 지난주 단어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Friday. Your manager asks how the week was.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figure out that nobody told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still not understand?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want to be doing by week four?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467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LOOKING BACK · 돌아보기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a lot, but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많긴 했는데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thing nobody told me was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아무도 안 알려준 건 ~였어요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still not clear on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아직 잘 모르겠어요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28232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LOOKING AHEAD · 앞으로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28232" y="33649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By week four I'd like to be ~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4주째엔 ~하고 있으면 좋겠어요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should I focus on next week?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다음 주엔 뭘 집중하면 될까요?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2960" y="5907024"/>
            <a:ext cx="105156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It was a lot but I’m still not clear on many things / I wish if there is someone who can teach me / By week four I’d like to be good at basic things / </a:t>
            </a: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796</Words>
  <Application>Microsoft Office PowerPoint</Application>
  <PresentationFormat>와이드스크린</PresentationFormat>
  <Paragraphs>108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4</cp:revision>
  <dcterms:created xsi:type="dcterms:W3CDTF">2026-09-20T23:53:34Z</dcterms:created>
  <dcterms:modified xsi:type="dcterms:W3CDTF">2026-09-22T04:26:37Z</dcterms:modified>
</cp:coreProperties>
</file>
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59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96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494E482E-5C82-4907-BB04-02452054DE01}"/>
    <pc:docChg chg="undo custSel modSld">
      <pc:chgData name="Brian Kim" userId="bfb6c6aebdabc740" providerId="LiveId" clId="{494E482E-5C82-4907-BB04-02452054DE01}" dt="2026-09-04T02:43:30.175" v="799" actId="20577"/>
      <pc:docMkLst>
        <pc:docMk/>
      </pc:docMkLst>
      <pc:sldChg chg="modSp mod">
        <pc:chgData name="Brian Kim" userId="bfb6c6aebdabc740" providerId="LiveId" clId="{494E482E-5C82-4907-BB04-02452054DE01}" dt="2026-09-04T02:30:09.256" v="505" actId="20577"/>
        <pc:sldMkLst>
          <pc:docMk/>
          <pc:sldMk cId="0" sldId="257"/>
        </pc:sldMkLst>
        <pc:spChg chg="mod">
          <ac:chgData name="Brian Kim" userId="bfb6c6aebdabc740" providerId="LiveId" clId="{494E482E-5C82-4907-BB04-02452054DE01}" dt="2026-09-04T02:25:53.991" v="3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Brian Kim" userId="bfb6c6aebdabc740" providerId="LiveId" clId="{494E482E-5C82-4907-BB04-02452054DE01}" dt="2026-09-04T02:25:48.504" v="2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Brian Kim" userId="bfb6c6aebdabc740" providerId="LiveId" clId="{494E482E-5C82-4907-BB04-02452054DE01}" dt="2026-09-04T02:25:48.504" v="2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Brian Kim" userId="bfb6c6aebdabc740" providerId="LiveId" clId="{494E482E-5C82-4907-BB04-02452054DE01}" dt="2026-09-04T02:25:48.504" v="2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Brian Kim" userId="bfb6c6aebdabc740" providerId="LiveId" clId="{494E482E-5C82-4907-BB04-02452054DE01}" dt="2026-09-04T02:25:48.504" v="2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Brian Kim" userId="bfb6c6aebdabc740" providerId="LiveId" clId="{494E482E-5C82-4907-BB04-02452054DE01}" dt="2026-09-04T02:30:09.256" v="505" actId="20577"/>
          <ac:spMkLst>
            <pc:docMk/>
            <pc:sldMk cId="0" sldId="257"/>
            <ac:spMk id="25" creationId="{00000000-0000-0000-0000-000000000000}"/>
          </ac:spMkLst>
        </pc:spChg>
      </pc:sldChg>
      <pc:sldChg chg="modSp mod">
        <pc:chgData name="Brian Kim" userId="bfb6c6aebdabc740" providerId="LiveId" clId="{494E482E-5C82-4907-BB04-02452054DE01}" dt="2026-09-04T02:43:30.175" v="799" actId="20577"/>
        <pc:sldMkLst>
          <pc:docMk/>
          <pc:sldMk cId="0" sldId="258"/>
        </pc:sldMkLst>
        <pc:spChg chg="mod">
          <ac:chgData name="Brian Kim" userId="bfb6c6aebdabc740" providerId="LiveId" clId="{494E482E-5C82-4907-BB04-02452054DE01}" dt="2026-09-04T02:43:30.175" v="799" actId="20577"/>
          <ac:spMkLst>
            <pc:docMk/>
            <pc:sldMk cId="0" sldId="258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82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· CLASS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Design the Shipment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conditions. You tell me how it moves.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Box, Four Conditions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화물, 어떻게 보내실 거예요?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019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stay at −150°C, door to door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arrive within 72 hours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99816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18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replacement if it's lost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8770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 = one person's dose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37176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else — what would you ask?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7830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9659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286000"/>
            <a:ext cx="5056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I'd ask about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 ~부터 물어볼 거예요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whether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~냐 아니냐에 따라 달라져요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 room to ~?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~할 여지가 있나요?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02936" y="43616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02936" y="468172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02936" y="468172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93408" y="468172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93408" y="468172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 I’d ask about the destination and the origin. It depends on whether import country’s clearance regulation. Customs regulation / end-destination’s import regulation / Is there any room to get rejected by the customs? / Is it blood or human bio-product? Or medicine? / Since the delivery condition is door to door, is end-destination a lab or hospital? / 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Would You Move It?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or sea? Direct, or through a hub?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backup if the flight is delayed?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signs for it at the other end?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go with ~ because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저라면 ~로 갈 거예요, 왜냐하면 ~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there is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거기서 위험한 건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backup, I'd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혹시 몰라서 ~도 준비할 거예요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14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074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074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2960" y="51937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I’d go with air because it is safer and faster due to the urgency. / As a backup, I’d check an alternative flight schedule, flight routes. And communicate with domestic transportation team to speed up the delivery upon arrival. / 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Actually in the Box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상자, 사실은요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US" sz="165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cells came out of a patient. A factory edited them. Now they're going back — to that same patient.</a:t>
            </a:r>
            <a:endParaRPr lang="en-US" sz="1650" dirty="0"/>
          </a:p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환자 몸에서 꺼낸 세포로 만든 약이에요. 그 환자에게 다시 돌아갑니다.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16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$1 million for one dose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55848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474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Hand-delivered only — never left at a mailroom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14216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133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companies charter a whole plane for one box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72584"/>
            <a:ext cx="5257800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7914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alone: 20–40% of the total cost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6974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880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200400"/>
            <a:ext cx="5056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didn't expect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~는 생각도 못 했어요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 — so that's because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아, ~ 때문이구나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that one right —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그건 제가 맞췄네요 — ~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578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568696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were you right — and what surprised you?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Hardest One You've Shipped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이번엔 Jane 차례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65376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hardest shipment you ever handled at FedEx?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questions — conditions, plan, what went wrong?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never have to worry about there?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057400"/>
            <a:ext cx="5056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tricky part was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까다로웠던 건 ~였어요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was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저희가 한 건 ~였어요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back, I'd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생각하면 ~할 것 같아요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14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4074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4074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2960" y="51937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3551</TotalTime>
  <Words>551</Words>
  <Application>Microsoft Office PowerPoint</Application>
  <PresentationFormat>와이드스크린</PresentationFormat>
  <Paragraphs>83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3</cp:revision>
  <dcterms:created xsi:type="dcterms:W3CDTF">2026-09-01T07:18:11Z</dcterms:created>
  <dcterms:modified xsi:type="dcterms:W3CDTF">2026-09-06T13:32:44Z</dcterms:modified>
</cp:coreProperties>
</file>
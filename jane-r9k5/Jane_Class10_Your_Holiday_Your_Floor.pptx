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· CLASS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Holiday, Your Floor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today. You talk — I follow.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Chuseok, Your Angle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 골라서 시작해요. 무엇을 말할지는 Jane이 정해요.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you saw this Chuseok — and one thing about them you noticed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946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694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this Chuseok that didn't go the way you expected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7296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72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 of this Chuseok you'd redo, if you could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7647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764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Chuseok thing your family does that other families might find strange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799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799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from this Chuseok that's still in your head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83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83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nobody sees — who did the work this Chuseok?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5120" y="1508760"/>
            <a:ext cx="4965192" cy="1554480"/>
          </a:xfrm>
          <a:prstGeom prst="roundRect">
            <a:avLst>
              <a:gd name="adj" fmla="val 47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161848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FOLLOW UP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192024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And then what?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Why do you think that stuck with you?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was the mood like at home this Chuseok?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Was that a one-off episode, or does it happen every Chuseok?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3200400"/>
            <a:ext cx="4965192" cy="2560320"/>
          </a:xfrm>
          <a:prstGeom prst="roundRect">
            <a:avLst>
              <a:gd name="adj" fmla="val 28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76288" y="331012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3611880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small, but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별거 아닌 것 같지만 ~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have to know my ~ to get this, but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~을 알아야 이해되겠지만 ~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stuck with me was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남아 있는 건 ~예요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돌아보면 ~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still not sure how I feel about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아직 마음이 정리가 안 됐어요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0203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9436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(C8)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you an example,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other hand,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back to ~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943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   </a:t>
            </a:r>
            <a:pPr algn="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 ·  </a:t>
            </a:r>
            <a:pPr algn="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 ·  </a:t>
            </a:r>
            <a:pPr algn="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 Arm's Reach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손 닿는 곳에 있는 물건 세 개. 하나씩 카메라에 보여주세요.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ONE  ×3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148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came from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언제, 어디서, 누구한테서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37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337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still here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버리지 않은 이유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3891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262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26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about it</a:t>
            </a:r>
            <a:endParaRPr lang="en-US" sz="18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물건이 나오는 장면 하나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1508760"/>
            <a:ext cx="4965192" cy="1554480"/>
          </a:xfrm>
          <a:prstGeom prst="roundRect">
            <a:avLst>
              <a:gd name="adj" fmla="val 47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61848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FOLLOW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192024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Who gave it to you?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Would you notice if it disappeared?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often do you actually use it?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If you had to keep just one of the three?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3200400"/>
            <a:ext cx="4965192" cy="2560320"/>
          </a:xfrm>
          <a:prstGeom prst="roundRect">
            <a:avLst>
              <a:gd name="adj" fmla="val 28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331012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3611880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got this ~ ago, when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전에 ~할 때 생긴 거예요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look like much, but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별거 아닌 것 같지만 ~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it's still here is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여기 있는 이유는 ~예요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from a whole different era of my life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 인생의 전혀 다른 시기에서 온 거예요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kind of proof that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~라는 증거 같은 거예요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0203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9436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(C8)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you an example,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other hand,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back to ~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5943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   </a:t>
            </a:r>
            <a:pPr algn="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 ·  </a:t>
            </a:r>
            <a:pPr algn="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1등부터 5등까지. 1등과 5등은 이유까지. Brian이 반박하면 버텨요.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880360" cy="4206240"/>
          </a:xfrm>
          <a:prstGeom prst="roundRect">
            <a:avLst>
              <a:gd name="adj" fmla="val 254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Ways to spend a long weekend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2560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home and 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31638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trip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37673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friends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4370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43708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with family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" y="4974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49743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deal with the things you've been putting off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66160" y="1508760"/>
            <a:ext cx="2880360" cy="4206240"/>
          </a:xfrm>
          <a:prstGeom prst="roundRect">
            <a:avLst>
              <a:gd name="adj" fmla="val 254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67328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 of day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67328" y="2560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96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67328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31638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 lunch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67328" y="37673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 home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767328" y="4370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43708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dinner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67328" y="4974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0203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51960" y="49743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before bed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0" y="1508760"/>
            <a:ext cx="4965192" cy="1554480"/>
          </a:xfrm>
          <a:prstGeom prst="roundRect">
            <a:avLst>
              <a:gd name="adj" fmla="val 47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76288" y="161848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PUSH BACK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192024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Really? I'd put ~ first.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would have to change for ~ to move up?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Was it always like this, or is this new?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does a normal week look like for you?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0" y="3200400"/>
            <a:ext cx="4965192" cy="2560320"/>
          </a:xfrm>
          <a:prstGeom prst="roundRect">
            <a:avLst>
              <a:gd name="adj" fmla="val 28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331012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611880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goes first, easily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당연히 1등이에요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tried numerous ~, and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여러 번 해봤는데 ~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how I feel that week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주 기분에 따라 달라요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switch these two if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~라면 이 둘 순서를 바꿀 거예요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point, but I'd still ~ 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일리는 있는데 그래도 전 ~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0203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9436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(C8)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you an example,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other hand,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~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back to ~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5943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   </a:t>
            </a:r>
            <a:pPr algn="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2026-09-25T14:34:42Z</dcterms:created>
  <dcterms:modified xsi:type="dcterms:W3CDTF">2026-09-25T14:34:42Z</dcterms:modified>
</cp:coreProperties>
</file>
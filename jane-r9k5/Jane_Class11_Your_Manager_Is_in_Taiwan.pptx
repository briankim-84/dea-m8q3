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180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1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F875E900-A13B-440F-AC60-37E44394EF4A}"/>
    <pc:docChg chg="undo custSel modSld">
      <pc:chgData name="Brian Kim" userId="bfb6c6aebdabc740" providerId="LiveId" clId="{F875E900-A13B-440F-AC60-37E44394EF4A}" dt="2026-09-29T13:56:12.963" v="3144" actId="20577"/>
      <pc:docMkLst>
        <pc:docMk/>
      </pc:docMkLst>
      <pc:sldChg chg="modSp mod">
        <pc:chgData name="Brian Kim" userId="bfb6c6aebdabc740" providerId="LiveId" clId="{F875E900-A13B-440F-AC60-37E44394EF4A}" dt="2026-09-29T13:15:16.623" v="1" actId="1076"/>
        <pc:sldMkLst>
          <pc:docMk/>
          <pc:sldMk cId="0" sldId="257"/>
        </pc:sldMkLst>
        <pc:spChg chg="mod">
          <ac:chgData name="Brian Kim" userId="bfb6c6aebdabc740" providerId="LiveId" clId="{F875E900-A13B-440F-AC60-37E44394EF4A}" dt="2026-09-29T13:15:16.623" v="1" actId="1076"/>
          <ac:spMkLst>
            <pc:docMk/>
            <pc:sldMk cId="0" sldId="257"/>
            <ac:spMk id="8" creationId="{00000000-0000-0000-0000-000000000000}"/>
          </ac:spMkLst>
        </pc:spChg>
      </pc:sldChg>
      <pc:sldChg chg="addSp modSp mod">
        <pc:chgData name="Brian Kim" userId="bfb6c6aebdabc740" providerId="LiveId" clId="{F875E900-A13B-440F-AC60-37E44394EF4A}" dt="2026-09-29T13:20:05.709" v="48" actId="1076"/>
        <pc:sldMkLst>
          <pc:docMk/>
          <pc:sldMk cId="0" sldId="258"/>
        </pc:sldMkLst>
        <pc:spChg chg="add mod">
          <ac:chgData name="Brian Kim" userId="bfb6c6aebdabc740" providerId="LiveId" clId="{F875E900-A13B-440F-AC60-37E44394EF4A}" dt="2026-09-29T13:20:05.709" v="48" actId="1076"/>
          <ac:spMkLst>
            <pc:docMk/>
            <pc:sldMk cId="0" sldId="258"/>
            <ac:spMk id="17" creationId="{7CD451A1-5FB8-4409-AF26-FD686B98FB2C}"/>
          </ac:spMkLst>
        </pc:spChg>
      </pc:sldChg>
      <pc:sldChg chg="addSp modSp mod">
        <pc:chgData name="Brian Kim" userId="bfb6c6aebdabc740" providerId="LiveId" clId="{F875E900-A13B-440F-AC60-37E44394EF4A}" dt="2026-09-29T13:22:29.808" v="158" actId="1076"/>
        <pc:sldMkLst>
          <pc:docMk/>
          <pc:sldMk cId="0" sldId="259"/>
        </pc:sldMkLst>
        <pc:spChg chg="mod">
          <ac:chgData name="Brian Kim" userId="bfb6c6aebdabc740" providerId="LiveId" clId="{F875E900-A13B-440F-AC60-37E44394EF4A}" dt="2026-09-29T13:22:26.162" v="157" actId="1076"/>
          <ac:spMkLst>
            <pc:docMk/>
            <pc:sldMk cId="0" sldId="259"/>
            <ac:spMk id="12" creationId="{00000000-0000-0000-0000-000000000000}"/>
          </ac:spMkLst>
        </pc:spChg>
        <pc:spChg chg="add mod">
          <ac:chgData name="Brian Kim" userId="bfb6c6aebdabc740" providerId="LiveId" clId="{F875E900-A13B-440F-AC60-37E44394EF4A}" dt="2026-09-29T13:20:38.679" v="69" actId="1076"/>
          <ac:spMkLst>
            <pc:docMk/>
            <pc:sldMk cId="0" sldId="259"/>
            <ac:spMk id="13" creationId="{A543BEDB-6357-4802-892D-B381E84CC078}"/>
          </ac:spMkLst>
        </pc:spChg>
        <pc:spChg chg="add mod">
          <ac:chgData name="Brian Kim" userId="bfb6c6aebdabc740" providerId="LiveId" clId="{F875E900-A13B-440F-AC60-37E44394EF4A}" dt="2026-09-29T13:21:49.383" v="100" actId="1076"/>
          <ac:spMkLst>
            <pc:docMk/>
            <pc:sldMk cId="0" sldId="259"/>
            <ac:spMk id="14" creationId="{85834B7A-DA46-430E-9CB3-C6CEFF7DA04A}"/>
          </ac:spMkLst>
        </pc:spChg>
        <pc:spChg chg="add mod">
          <ac:chgData name="Brian Kim" userId="bfb6c6aebdabc740" providerId="LiveId" clId="{F875E900-A13B-440F-AC60-37E44394EF4A}" dt="2026-09-29T13:22:29.808" v="158" actId="1076"/>
          <ac:spMkLst>
            <pc:docMk/>
            <pc:sldMk cId="0" sldId="259"/>
            <ac:spMk id="15" creationId="{A1568362-C1A6-4D91-950E-DD2C5C9BD54A}"/>
          </ac:spMkLst>
        </pc:spChg>
      </pc:sldChg>
      <pc:sldChg chg="addSp modSp mod">
        <pc:chgData name="Brian Kim" userId="bfb6c6aebdabc740" providerId="LiveId" clId="{F875E900-A13B-440F-AC60-37E44394EF4A}" dt="2026-09-29T13:27:19.732" v="575" actId="20577"/>
        <pc:sldMkLst>
          <pc:docMk/>
          <pc:sldMk cId="0" sldId="260"/>
        </pc:sldMkLst>
        <pc:spChg chg="mod">
          <ac:chgData name="Brian Kim" userId="bfb6c6aebdabc740" providerId="LiveId" clId="{F875E900-A13B-440F-AC60-37E44394EF4A}" dt="2026-09-29T13:23:56.138" v="166" actId="1076"/>
          <ac:spMkLst>
            <pc:docMk/>
            <pc:sldMk cId="0" sldId="260"/>
            <ac:spMk id="16" creationId="{00000000-0000-0000-0000-000000000000}"/>
          </ac:spMkLst>
        </pc:spChg>
        <pc:spChg chg="add mod">
          <ac:chgData name="Brian Kim" userId="bfb6c6aebdabc740" providerId="LiveId" clId="{F875E900-A13B-440F-AC60-37E44394EF4A}" dt="2026-09-29T13:27:19.732" v="575" actId="20577"/>
          <ac:spMkLst>
            <pc:docMk/>
            <pc:sldMk cId="0" sldId="260"/>
            <ac:spMk id="17" creationId="{2286E4A1-8F60-48F1-97DA-93B78BDFDBC1}"/>
          </ac:spMkLst>
        </pc:spChg>
      </pc:sldChg>
      <pc:sldChg chg="addSp modSp mod">
        <pc:chgData name="Brian Kim" userId="bfb6c6aebdabc740" providerId="LiveId" clId="{F875E900-A13B-440F-AC60-37E44394EF4A}" dt="2026-09-29T13:30:30.387" v="828" actId="20577"/>
        <pc:sldMkLst>
          <pc:docMk/>
          <pc:sldMk cId="0" sldId="261"/>
        </pc:sldMkLst>
        <pc:spChg chg="add mod">
          <ac:chgData name="Brian Kim" userId="bfb6c6aebdabc740" providerId="LiveId" clId="{F875E900-A13B-440F-AC60-37E44394EF4A}" dt="2026-09-29T13:29:04.820" v="630" actId="1076"/>
          <ac:spMkLst>
            <pc:docMk/>
            <pc:sldMk cId="0" sldId="261"/>
            <ac:spMk id="13" creationId="{1BB7A270-B9FE-4F6C-BB49-9926D249114F}"/>
          </ac:spMkLst>
        </pc:spChg>
        <pc:spChg chg="add mod">
          <ac:chgData name="Brian Kim" userId="bfb6c6aebdabc740" providerId="LiveId" clId="{F875E900-A13B-440F-AC60-37E44394EF4A}" dt="2026-09-29T13:29:31.830" v="716" actId="20577"/>
          <ac:spMkLst>
            <pc:docMk/>
            <pc:sldMk cId="0" sldId="261"/>
            <ac:spMk id="14" creationId="{EBC071D8-20DA-43E6-9916-94E0C8690C4C}"/>
          </ac:spMkLst>
        </pc:spChg>
        <pc:spChg chg="add mod">
          <ac:chgData name="Brian Kim" userId="bfb6c6aebdabc740" providerId="LiveId" clId="{F875E900-A13B-440F-AC60-37E44394EF4A}" dt="2026-09-29T13:29:57.443" v="762" actId="20577"/>
          <ac:spMkLst>
            <pc:docMk/>
            <pc:sldMk cId="0" sldId="261"/>
            <ac:spMk id="15" creationId="{E2AB79C3-E6F8-47C1-9660-A7D95CAE78F0}"/>
          </ac:spMkLst>
        </pc:spChg>
        <pc:spChg chg="add mod">
          <ac:chgData name="Brian Kim" userId="bfb6c6aebdabc740" providerId="LiveId" clId="{F875E900-A13B-440F-AC60-37E44394EF4A}" dt="2026-09-29T13:30:30.387" v="828" actId="20577"/>
          <ac:spMkLst>
            <pc:docMk/>
            <pc:sldMk cId="0" sldId="261"/>
            <ac:spMk id="16" creationId="{F33EF3C6-CA86-47BE-8AD6-73E78C84A057}"/>
          </ac:spMkLst>
        </pc:spChg>
      </pc:sldChg>
      <pc:sldChg chg="addSp modSp mod">
        <pc:chgData name="Brian Kim" userId="bfb6c6aebdabc740" providerId="LiveId" clId="{F875E900-A13B-440F-AC60-37E44394EF4A}" dt="2026-09-29T13:32:27.212" v="942" actId="20577"/>
        <pc:sldMkLst>
          <pc:docMk/>
          <pc:sldMk cId="0" sldId="262"/>
        </pc:sldMkLst>
        <pc:spChg chg="add mod">
          <ac:chgData name="Brian Kim" userId="bfb6c6aebdabc740" providerId="LiveId" clId="{F875E900-A13B-440F-AC60-37E44394EF4A}" dt="2026-09-29T13:32:27.212" v="942" actId="20577"/>
          <ac:spMkLst>
            <pc:docMk/>
            <pc:sldMk cId="0" sldId="262"/>
            <ac:spMk id="17" creationId="{F38C9D17-DE1D-4BB6-AB28-10A407975FE3}"/>
          </ac:spMkLst>
        </pc:spChg>
      </pc:sldChg>
      <pc:sldChg chg="addSp modSp mod">
        <pc:chgData name="Brian Kim" userId="bfb6c6aebdabc740" providerId="LiveId" clId="{F875E900-A13B-440F-AC60-37E44394EF4A}" dt="2026-09-29T13:33:50.178" v="1027" actId="1076"/>
        <pc:sldMkLst>
          <pc:docMk/>
          <pc:sldMk cId="0" sldId="263"/>
        </pc:sldMkLst>
        <pc:spChg chg="add mod">
          <ac:chgData name="Brian Kim" userId="bfb6c6aebdabc740" providerId="LiveId" clId="{F875E900-A13B-440F-AC60-37E44394EF4A}" dt="2026-09-29T13:33:50.178" v="1027" actId="1076"/>
          <ac:spMkLst>
            <pc:docMk/>
            <pc:sldMk cId="0" sldId="263"/>
            <ac:spMk id="14" creationId="{5BE73930-7DA5-492C-ACFB-664B82378F21}"/>
          </ac:spMkLst>
        </pc:spChg>
      </pc:sldChg>
      <pc:sldChg chg="addSp modSp mod">
        <pc:chgData name="Brian Kim" userId="bfb6c6aebdabc740" providerId="LiveId" clId="{F875E900-A13B-440F-AC60-37E44394EF4A}" dt="2026-09-29T13:36:27.772" v="1225" actId="20577"/>
        <pc:sldMkLst>
          <pc:docMk/>
          <pc:sldMk cId="0" sldId="264"/>
        </pc:sldMkLst>
        <pc:spChg chg="add mod">
          <ac:chgData name="Brian Kim" userId="bfb6c6aebdabc740" providerId="LiveId" clId="{F875E900-A13B-440F-AC60-37E44394EF4A}" dt="2026-09-29T13:36:27.772" v="1225" actId="20577"/>
          <ac:spMkLst>
            <pc:docMk/>
            <pc:sldMk cId="0" sldId="264"/>
            <ac:spMk id="17" creationId="{7042B2BC-AB2D-48A4-B2F0-40BD13C63F6D}"/>
          </ac:spMkLst>
        </pc:spChg>
      </pc:sldChg>
      <pc:sldChg chg="addSp modSp mod">
        <pc:chgData name="Brian Kim" userId="bfb6c6aebdabc740" providerId="LiveId" clId="{F875E900-A13B-440F-AC60-37E44394EF4A}" dt="2026-09-29T13:38:57.735" v="1436" actId="1076"/>
        <pc:sldMkLst>
          <pc:docMk/>
          <pc:sldMk cId="0" sldId="265"/>
        </pc:sldMkLst>
        <pc:spChg chg="add mod">
          <ac:chgData name="Brian Kim" userId="bfb6c6aebdabc740" providerId="LiveId" clId="{F875E900-A13B-440F-AC60-37E44394EF4A}" dt="2026-09-29T13:37:12.051" v="1317" actId="1076"/>
          <ac:spMkLst>
            <pc:docMk/>
            <pc:sldMk cId="0" sldId="265"/>
            <ac:spMk id="14" creationId="{869788BD-25E1-414A-A3BD-0BD86B4029EF}"/>
          </ac:spMkLst>
        </pc:spChg>
        <pc:spChg chg="add mod">
          <ac:chgData name="Brian Kim" userId="bfb6c6aebdabc740" providerId="LiveId" clId="{F875E900-A13B-440F-AC60-37E44394EF4A}" dt="2026-09-29T13:37:50.049" v="1367" actId="20577"/>
          <ac:spMkLst>
            <pc:docMk/>
            <pc:sldMk cId="0" sldId="265"/>
            <ac:spMk id="15" creationId="{E888CF73-0FE4-4154-B58D-E1A4478DB592}"/>
          </ac:spMkLst>
        </pc:spChg>
        <pc:spChg chg="add mod">
          <ac:chgData name="Brian Kim" userId="bfb6c6aebdabc740" providerId="LiveId" clId="{F875E900-A13B-440F-AC60-37E44394EF4A}" dt="2026-09-29T13:38:57.735" v="1436" actId="1076"/>
          <ac:spMkLst>
            <pc:docMk/>
            <pc:sldMk cId="0" sldId="265"/>
            <ac:spMk id="16" creationId="{50AD5B29-8BD6-4415-8C57-C76075EB0A5B}"/>
          </ac:spMkLst>
        </pc:spChg>
      </pc:sldChg>
      <pc:sldChg chg="addSp modSp mod">
        <pc:chgData name="Brian Kim" userId="bfb6c6aebdabc740" providerId="LiveId" clId="{F875E900-A13B-440F-AC60-37E44394EF4A}" dt="2026-09-29T13:40:25.933" v="1521" actId="20577"/>
        <pc:sldMkLst>
          <pc:docMk/>
          <pc:sldMk cId="0" sldId="266"/>
        </pc:sldMkLst>
        <pc:spChg chg="add mod">
          <ac:chgData name="Brian Kim" userId="bfb6c6aebdabc740" providerId="LiveId" clId="{F875E900-A13B-440F-AC60-37E44394EF4A}" dt="2026-09-29T13:40:25.933" v="1521" actId="20577"/>
          <ac:spMkLst>
            <pc:docMk/>
            <pc:sldMk cId="0" sldId="266"/>
            <ac:spMk id="17" creationId="{9FC27FF5-0885-465E-A020-102211532BEA}"/>
          </ac:spMkLst>
        </pc:spChg>
      </pc:sldChg>
      <pc:sldChg chg="addSp modSp mod">
        <pc:chgData name="Brian Kim" userId="bfb6c6aebdabc740" providerId="LiveId" clId="{F875E900-A13B-440F-AC60-37E44394EF4A}" dt="2026-09-29T13:42:30.528" v="1671" actId="1076"/>
        <pc:sldMkLst>
          <pc:docMk/>
          <pc:sldMk cId="0" sldId="267"/>
        </pc:sldMkLst>
        <pc:spChg chg="add mod">
          <ac:chgData name="Brian Kim" userId="bfb6c6aebdabc740" providerId="LiveId" clId="{F875E900-A13B-440F-AC60-37E44394EF4A}" dt="2026-09-29T13:41:38.581" v="1600" actId="1076"/>
          <ac:spMkLst>
            <pc:docMk/>
            <pc:sldMk cId="0" sldId="267"/>
            <ac:spMk id="13" creationId="{27FB655C-CF36-4BD4-8F9B-553571160057}"/>
          </ac:spMkLst>
        </pc:spChg>
        <pc:spChg chg="add mod">
          <ac:chgData name="Brian Kim" userId="bfb6c6aebdabc740" providerId="LiveId" clId="{F875E900-A13B-440F-AC60-37E44394EF4A}" dt="2026-09-29T13:42:30.528" v="1671" actId="1076"/>
          <ac:spMkLst>
            <pc:docMk/>
            <pc:sldMk cId="0" sldId="267"/>
            <ac:spMk id="14" creationId="{DA5BBA7A-F2F3-4CB9-9213-08D4C268D315}"/>
          </ac:spMkLst>
        </pc:spChg>
      </pc:sldChg>
      <pc:sldChg chg="addSp modSp mod">
        <pc:chgData name="Brian Kim" userId="bfb6c6aebdabc740" providerId="LiveId" clId="{F875E900-A13B-440F-AC60-37E44394EF4A}" dt="2026-09-29T13:44:37.860" v="1881" actId="20577"/>
        <pc:sldMkLst>
          <pc:docMk/>
          <pc:sldMk cId="0" sldId="268"/>
        </pc:sldMkLst>
        <pc:spChg chg="add mod">
          <ac:chgData name="Brian Kim" userId="bfb6c6aebdabc740" providerId="LiveId" clId="{F875E900-A13B-440F-AC60-37E44394EF4A}" dt="2026-09-29T13:44:37.860" v="1881" actId="20577"/>
          <ac:spMkLst>
            <pc:docMk/>
            <pc:sldMk cId="0" sldId="268"/>
            <ac:spMk id="17" creationId="{E6ABC74B-FF49-456E-B79F-FEC9DE8B879C}"/>
          </ac:spMkLst>
        </pc:spChg>
      </pc:sldChg>
      <pc:sldChg chg="addSp modSp mod">
        <pc:chgData name="Brian Kim" userId="bfb6c6aebdabc740" providerId="LiveId" clId="{F875E900-A13B-440F-AC60-37E44394EF4A}" dt="2026-09-29T13:48:28.064" v="2250" actId="1076"/>
        <pc:sldMkLst>
          <pc:docMk/>
          <pc:sldMk cId="0" sldId="269"/>
        </pc:sldMkLst>
        <pc:spChg chg="add mod">
          <ac:chgData name="Brian Kim" userId="bfb6c6aebdabc740" providerId="LiveId" clId="{F875E900-A13B-440F-AC60-37E44394EF4A}" dt="2026-09-29T13:45:35.605" v="1984" actId="20577"/>
          <ac:spMkLst>
            <pc:docMk/>
            <pc:sldMk cId="0" sldId="269"/>
            <ac:spMk id="13" creationId="{93A02EBA-9F83-41E8-8284-8590C00D2927}"/>
          </ac:spMkLst>
        </pc:spChg>
        <pc:spChg chg="add mod">
          <ac:chgData name="Brian Kim" userId="bfb6c6aebdabc740" providerId="LiveId" clId="{F875E900-A13B-440F-AC60-37E44394EF4A}" dt="2026-09-29T13:46:20.467" v="2061" actId="20577"/>
          <ac:spMkLst>
            <pc:docMk/>
            <pc:sldMk cId="0" sldId="269"/>
            <ac:spMk id="14" creationId="{2B570D5F-7668-4569-87DE-303A985BB92A}"/>
          </ac:spMkLst>
        </pc:spChg>
        <pc:spChg chg="add mod">
          <ac:chgData name="Brian Kim" userId="bfb6c6aebdabc740" providerId="LiveId" clId="{F875E900-A13B-440F-AC60-37E44394EF4A}" dt="2026-09-29T13:47:43.419" v="2154" actId="1076"/>
          <ac:spMkLst>
            <pc:docMk/>
            <pc:sldMk cId="0" sldId="269"/>
            <ac:spMk id="15" creationId="{35452D7E-3E4D-4920-87F9-908C5F0E2932}"/>
          </ac:spMkLst>
        </pc:spChg>
        <pc:spChg chg="add mod">
          <ac:chgData name="Brian Kim" userId="bfb6c6aebdabc740" providerId="LiveId" clId="{F875E900-A13B-440F-AC60-37E44394EF4A}" dt="2026-09-29T13:48:28.064" v="2250" actId="1076"/>
          <ac:spMkLst>
            <pc:docMk/>
            <pc:sldMk cId="0" sldId="269"/>
            <ac:spMk id="16" creationId="{1BF9F141-596A-4161-97A1-7639E31F32EB}"/>
          </ac:spMkLst>
        </pc:spChg>
      </pc:sldChg>
      <pc:sldChg chg="addSp modSp mod">
        <pc:chgData name="Brian Kim" userId="bfb6c6aebdabc740" providerId="LiveId" clId="{F875E900-A13B-440F-AC60-37E44394EF4A}" dt="2026-09-29T13:51:09.934" v="2471" actId="20577"/>
        <pc:sldMkLst>
          <pc:docMk/>
          <pc:sldMk cId="0" sldId="270"/>
        </pc:sldMkLst>
        <pc:spChg chg="add mod">
          <ac:chgData name="Brian Kim" userId="bfb6c6aebdabc740" providerId="LiveId" clId="{F875E900-A13B-440F-AC60-37E44394EF4A}" dt="2026-09-29T13:51:09.934" v="2471" actId="20577"/>
          <ac:spMkLst>
            <pc:docMk/>
            <pc:sldMk cId="0" sldId="270"/>
            <ac:spMk id="19" creationId="{64E0633A-AF77-4B15-B5B0-E2BFA6C0DB72}"/>
          </ac:spMkLst>
        </pc:spChg>
      </pc:sldChg>
      <pc:sldChg chg="addSp modSp mod">
        <pc:chgData name="Brian Kim" userId="bfb6c6aebdabc740" providerId="LiveId" clId="{F875E900-A13B-440F-AC60-37E44394EF4A}" dt="2026-09-29T13:52:22.580" v="2649" actId="20577"/>
        <pc:sldMkLst>
          <pc:docMk/>
          <pc:sldMk cId="0" sldId="271"/>
        </pc:sldMkLst>
        <pc:spChg chg="add mod">
          <ac:chgData name="Brian Kim" userId="bfb6c6aebdabc740" providerId="LiveId" clId="{F875E900-A13B-440F-AC60-37E44394EF4A}" dt="2026-09-29T13:51:45.453" v="2507" actId="1076"/>
          <ac:spMkLst>
            <pc:docMk/>
            <pc:sldMk cId="0" sldId="271"/>
            <ac:spMk id="13" creationId="{9E254A03-D82A-48AC-88EE-B967048152BA}"/>
          </ac:spMkLst>
        </pc:spChg>
        <pc:spChg chg="add mod">
          <ac:chgData name="Brian Kim" userId="bfb6c6aebdabc740" providerId="LiveId" clId="{F875E900-A13B-440F-AC60-37E44394EF4A}" dt="2026-09-29T13:51:54.075" v="2548" actId="20577"/>
          <ac:spMkLst>
            <pc:docMk/>
            <pc:sldMk cId="0" sldId="271"/>
            <ac:spMk id="14" creationId="{D8622E98-9633-4CD2-A6A9-4B4E1C395454}"/>
          </ac:spMkLst>
        </pc:spChg>
        <pc:spChg chg="add mod">
          <ac:chgData name="Brian Kim" userId="bfb6c6aebdabc740" providerId="LiveId" clId="{F875E900-A13B-440F-AC60-37E44394EF4A}" dt="2026-09-29T13:52:22.580" v="2649" actId="20577"/>
          <ac:spMkLst>
            <pc:docMk/>
            <pc:sldMk cId="0" sldId="271"/>
            <ac:spMk id="15" creationId="{DAA2CDF1-7FB7-40AB-976D-7D971158B43B}"/>
          </ac:spMkLst>
        </pc:spChg>
      </pc:sldChg>
      <pc:sldChg chg="addSp modSp mod">
        <pc:chgData name="Brian Kim" userId="bfb6c6aebdabc740" providerId="LiveId" clId="{F875E900-A13B-440F-AC60-37E44394EF4A}" dt="2026-09-29T13:54:09.859" v="2825" actId="20577"/>
        <pc:sldMkLst>
          <pc:docMk/>
          <pc:sldMk cId="0" sldId="272"/>
        </pc:sldMkLst>
        <pc:spChg chg="add mod">
          <ac:chgData name="Brian Kim" userId="bfb6c6aebdabc740" providerId="LiveId" clId="{F875E900-A13B-440F-AC60-37E44394EF4A}" dt="2026-09-29T13:54:09.859" v="2825" actId="20577"/>
          <ac:spMkLst>
            <pc:docMk/>
            <pc:sldMk cId="0" sldId="272"/>
            <ac:spMk id="19" creationId="{D6DDEC85-C8D4-4EEE-A85D-77B21F590DC0}"/>
          </ac:spMkLst>
        </pc:spChg>
      </pc:sldChg>
      <pc:sldChg chg="addSp modSp mod">
        <pc:chgData name="Brian Kim" userId="bfb6c6aebdabc740" providerId="LiveId" clId="{F875E900-A13B-440F-AC60-37E44394EF4A}" dt="2026-09-29T13:56:12.963" v="3144" actId="20577"/>
        <pc:sldMkLst>
          <pc:docMk/>
          <pc:sldMk cId="0" sldId="273"/>
        </pc:sldMkLst>
        <pc:spChg chg="add mod">
          <ac:chgData name="Brian Kim" userId="bfb6c6aebdabc740" providerId="LiveId" clId="{F875E900-A13B-440F-AC60-37E44394EF4A}" dt="2026-09-29T13:55:05.143" v="2958" actId="1076"/>
          <ac:spMkLst>
            <pc:docMk/>
            <pc:sldMk cId="0" sldId="273"/>
            <ac:spMk id="14" creationId="{352BA681-7C5D-4FEC-BAD0-28BED9ACBDB3}"/>
          </ac:spMkLst>
        </pc:spChg>
        <pc:spChg chg="add mod">
          <ac:chgData name="Brian Kim" userId="bfb6c6aebdabc740" providerId="LiveId" clId="{F875E900-A13B-440F-AC60-37E44394EF4A}" dt="2026-09-29T13:55:23.058" v="3012" actId="20577"/>
          <ac:spMkLst>
            <pc:docMk/>
            <pc:sldMk cId="0" sldId="273"/>
            <ac:spMk id="15" creationId="{269AAF84-1746-420B-9FB4-66F1424939BA}"/>
          </ac:spMkLst>
        </pc:spChg>
        <pc:spChg chg="add mod">
          <ac:chgData name="Brian Kim" userId="bfb6c6aebdabc740" providerId="LiveId" clId="{F875E900-A13B-440F-AC60-37E44394EF4A}" dt="2026-09-29T13:55:51.666" v="3092" actId="20577"/>
          <ac:spMkLst>
            <pc:docMk/>
            <pc:sldMk cId="0" sldId="273"/>
            <ac:spMk id="16" creationId="{36D053F7-8210-46FB-BF77-17DED72A8C30}"/>
          </ac:spMkLst>
        </pc:spChg>
        <pc:spChg chg="add mod">
          <ac:chgData name="Brian Kim" userId="bfb6c6aebdabc740" providerId="LiveId" clId="{F875E900-A13B-440F-AC60-37E44394EF4A}" dt="2026-09-29T13:56:12.963" v="3144" actId="20577"/>
          <ac:spMkLst>
            <pc:docMk/>
            <pc:sldMk cId="0" sldId="273"/>
            <ac:spMk id="17" creationId="{23CF9680-F947-47C2-A68F-441ED9524A5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974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· CLASS 11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Manager Is in Taiwan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situations. You build the message first. Then we compare.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SITUATIONS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Settle First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Jane이 먼저 말하고, Brian이 정리해요.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93592" cy="3931920"/>
          </a:xfrm>
          <a:prstGeom prst="roundRect">
            <a:avLst>
              <a:gd name="adj" fmla="val 203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대만은 한국보다 1시간 늦어요. 서울 9시 메시지는 매니저 8시예요.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will your daily routine start, and when does your manager's?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93592" cy="3931920"/>
          </a:xfrm>
          <a:prstGeom prst="roundRect">
            <a:avLst>
              <a:gd name="adj" fmla="val 2036"/>
            </a:avLst>
          </a:prstGeom>
          <a:solidFill>
            <a:srgbClr val="16273F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916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1031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글이 먼저, 통화는 글로 안 될 때.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7490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write, and when would you call?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593592" cy="3931920"/>
          </a:xfrm>
          <a:prstGeom prst="roundRect">
            <a:avLst>
              <a:gd name="adj" fmla="val 2036"/>
            </a:avLst>
          </a:prstGeom>
          <a:solidFill>
            <a:srgbClr val="16273F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6916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WANT FIRST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1031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됐나, 안 됐나, 막힌 게 뭔가.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7490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manager reads only one line of yours a day, what should it say?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1 · YOUR TURN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출근 첫날 오전, 매니저에게 첫 메시지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one, morning. Your first message to your manager in Taiwan.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today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807208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0720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way to reach you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3465576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6557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difference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120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with these. Two or three lines. Say it out loud, or type it as a chat message.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0" y="1600200"/>
            <a:ext cx="4142232" cy="4480560"/>
          </a:xfrm>
          <a:prstGeom prst="roundRect">
            <a:avLst>
              <a:gd name="adj" fmla="val 176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DO IT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148840"/>
            <a:ext cx="3703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한국어로: 이럴 땐 어떻게 할래요? (채널 · 타이밍 · 길이)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영어로 직접 만들어요.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Brian이 고쳐요.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고친 걸 다시 말해요. 그다음 장에서 비교.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D451A1-5FB8-4409-AF26-FD686B98FB2C}"/>
              </a:ext>
            </a:extLst>
          </p:cNvPr>
          <p:cNvSpPr txBox="1"/>
          <p:nvPr/>
        </p:nvSpPr>
        <p:spPr>
          <a:xfrm>
            <a:off x="7726680" y="3747869"/>
            <a:ext cx="1646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An hour ahead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An hour behind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1 · COMPARE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출근 첫날 오전, 매니저에게 첫 메시지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Jane이 만든 것과 비교하고, 좋은 걸 골라 다시 말해요.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09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~, I'm Jane. I started today on the ~ team.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안녕하세요, 오늘 ~팀에 합류한 Jane이에요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80720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best way to reach you — chat, email, or a quick call?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연락은 채팅·이메일·전화 중 뭐가 편하세요?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0448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time difference, what hours work best for you?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시차를 생각하면 몇 시가 편하세요?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0017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I should read before we first talk?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얘기하기 전에 읽어둘 게 있을까요?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43BEDB-6357-4802-892D-B381E84CC078}"/>
              </a:ext>
            </a:extLst>
          </p:cNvPr>
          <p:cNvSpPr txBox="1"/>
          <p:nvPr/>
        </p:nvSpPr>
        <p:spPr>
          <a:xfrm>
            <a:off x="7289800" y="2933438"/>
            <a:ext cx="1517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Can I ask you,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834B7A-DA46-430E-9CB3-C6CEFF7DA04A}"/>
              </a:ext>
            </a:extLst>
          </p:cNvPr>
          <p:cNvSpPr txBox="1"/>
          <p:nvPr/>
        </p:nvSpPr>
        <p:spPr>
          <a:xfrm>
            <a:off x="7289800" y="4089401"/>
            <a:ext cx="2667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Due to the time difference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568362-C1A6-4D91-950E-DD2C5C9BD54A}"/>
              </a:ext>
            </a:extLst>
          </p:cNvPr>
          <p:cNvSpPr txBox="1"/>
          <p:nvPr/>
        </p:nvSpPr>
        <p:spPr>
          <a:xfrm>
            <a:off x="6548916" y="5187434"/>
            <a:ext cx="4940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Before our onboarding meeting, is there anything~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2 · YOUR TURN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퇴근 전, 오늘 한 일 세 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day. Three lines before you log off.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update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807208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0720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waiting 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3465576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6557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120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with these. Two or three lines. Say it out loud, or type it as a chat message.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0" y="1600200"/>
            <a:ext cx="4142232" cy="4480560"/>
          </a:xfrm>
          <a:prstGeom prst="roundRect">
            <a:avLst>
              <a:gd name="adj" fmla="val 176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DO IT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148840"/>
            <a:ext cx="3703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한국어로: 이럴 땐 어떻게 할래요? (채널 · 타이밍 · 길이)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영어로 직접 만들어요.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Brian이 고쳐요.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고친 걸 다시 말해요. 그다음 장에서 비교.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86E4A1-8F60-48F1-97DA-93B78BDFDBC1}"/>
              </a:ext>
            </a:extLst>
          </p:cNvPr>
          <p:cNvSpPr txBox="1"/>
          <p:nvPr/>
        </p:nvSpPr>
        <p:spPr>
          <a:xfrm>
            <a:off x="822960" y="4076438"/>
            <a:ext cx="88571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 have to inform you of the quick update. I am still waiting on IT team’s update for my laptop.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Even though after my work hour, I can still work / please feel free to reach me.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Most of the onboarding meeting which I understood it, but I have one question.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Before I head out, I just have one quick question.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2 · COMPARE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퇴근 전, 오늘 한 일 세 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Jane이 만든 것과 비교하고, 좋은 걸 골라 다시 말해요.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09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update before I log off.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퇴근 전에 짧게 업데이트요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80720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 ~ and ~.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오늘은 ~와 ~를 했어요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0448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still waiting on ~ from ~.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~에서 올 ~를 아직 기다리고 있어요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0017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for tomorrow: ~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내일 물어볼 것 하나: ~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B7A270-B9FE-4F6C-BB49-9926D249114F}"/>
              </a:ext>
            </a:extLst>
          </p:cNvPr>
          <p:cNvSpPr txBox="1"/>
          <p:nvPr/>
        </p:nvSpPr>
        <p:spPr>
          <a:xfrm>
            <a:off x="4384161" y="3051202"/>
            <a:ext cx="493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Today I had a discussion and put together a report.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C071D8-20DA-43E6-9916-94E0C8690C4C}"/>
              </a:ext>
            </a:extLst>
          </p:cNvPr>
          <p:cNvSpPr txBox="1"/>
          <p:nvPr/>
        </p:nvSpPr>
        <p:spPr>
          <a:xfrm>
            <a:off x="4384161" y="1892808"/>
            <a:ext cx="5568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 received all necessary first day e-mails from Korea team.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B79C3-E6F8-47C1-9660-A7D95CAE78F0}"/>
              </a:ext>
            </a:extLst>
          </p:cNvPr>
          <p:cNvSpPr txBox="1"/>
          <p:nvPr/>
        </p:nvSpPr>
        <p:spPr>
          <a:xfrm>
            <a:off x="4384161" y="4108442"/>
            <a:ext cx="4111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I’m still waiting on the direction from you.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3EF3C6-CA86-47BE-8AD6-73E78C84A057}"/>
              </a:ext>
            </a:extLst>
          </p:cNvPr>
          <p:cNvSpPr txBox="1"/>
          <p:nvPr/>
        </p:nvSpPr>
        <p:spPr>
          <a:xfrm>
            <a:off x="4384161" y="5187434"/>
            <a:ext cx="6222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One question for tomorrow, is there anything I should prioritize?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3 · YOUR TURN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급하지 않은 질문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that can wait.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urgent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807208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0720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3465576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6557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ahead with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120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with these. Two or three lines. Say it out loud, or type it as a chat message.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0" y="1600200"/>
            <a:ext cx="4142232" cy="4480560"/>
          </a:xfrm>
          <a:prstGeom prst="roundRect">
            <a:avLst>
              <a:gd name="adj" fmla="val 176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DO IT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148840"/>
            <a:ext cx="3703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한국어로: 이럴 땐 어떻게 할래요? (채널 · 타이밍 · 길이)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영어로 직접 만들어요.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Brian이 고쳐요.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고친 걸 다시 말해요. 그다음 장에서 비교.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8C9D17-DE1D-4BB6-AB28-10A407975FE3}"/>
              </a:ext>
            </a:extLst>
          </p:cNvPr>
          <p:cNvSpPr txBox="1"/>
          <p:nvPr/>
        </p:nvSpPr>
        <p:spPr>
          <a:xfrm>
            <a:off x="822960" y="4041539"/>
            <a:ext cx="60883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This case is not urgent. Please reply me whenever you are free.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Please go ahead with other urgent </a:t>
            </a:r>
            <a:r>
              <a:rPr lang="en-US" altLang="ko-KR" dirty="0" err="1">
                <a:solidFill>
                  <a:schemeClr val="bg1"/>
                </a:solidFill>
              </a:rPr>
              <a:t>caes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3 · COMPARE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급하지 않은 질문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Jane이 만든 것과 비교하고, 좋은 걸 골라 다시 말해요.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09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urgent — whenever you have a minute.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급하지 않아요, 시간 되실 때요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80720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question about ~.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 대해 하나만요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0448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go ahead with ~ unless you say otherwise.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말씀 없으면 ~로 진행할게요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0017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like your input on ~ when you get a chance.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되실 때 ~에 의견 주세요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E73930-7DA5-492C-ACFB-664B82378F21}"/>
              </a:ext>
            </a:extLst>
          </p:cNvPr>
          <p:cNvSpPr txBox="1"/>
          <p:nvPr/>
        </p:nvSpPr>
        <p:spPr>
          <a:xfrm>
            <a:off x="4247070" y="4374065"/>
            <a:ext cx="739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 will go ahead with 3pm to book the meeting room unless you say otherwise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4 · YOUR TURN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지금 답이 필요한 질문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that can't wait.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decision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807208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0720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3465576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6557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or B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120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with these. Two or three lines. Say it out loud, or type it as a chat message.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0" y="1600200"/>
            <a:ext cx="4142232" cy="4480560"/>
          </a:xfrm>
          <a:prstGeom prst="roundRect">
            <a:avLst>
              <a:gd name="adj" fmla="val 176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DO IT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148840"/>
            <a:ext cx="3703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한국어로: 이럴 땐 어떻게 할래요? (채널 · 타이밍 · 길이)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영어로 직접 만들어요.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Brian이 고쳐요.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고친 걸 다시 말해요. 그다음 장에서 비교.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42B2BC-AB2D-48A4-B2F0-40BD13C63F6D}"/>
              </a:ext>
            </a:extLst>
          </p:cNvPr>
          <p:cNvSpPr txBox="1"/>
          <p:nvPr/>
        </p:nvSpPr>
        <p:spPr>
          <a:xfrm>
            <a:off x="822960" y="4031826"/>
            <a:ext cx="61123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 need your decision about this case urgently. / by end of today.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Is there option A or B?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I need your decision by end of today between option A or B.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4 · COMPARE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지금 답이 필요한 질문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Jane이 만든 것과 비교하고, 좋은 걸 골라 다시 말해요.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09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a decision on ~ by ~.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~까지 ~에 대한 결정이 필요해요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80720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option A or option B. Here's the difference in one line: ~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아니면 B예요. 차이는 한 줄로 ~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0448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evaluate both and send you a short summary now.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 다 평가해서 지금 짧게 정리해 보낼게요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0017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don't hear back by ~, I'll go with ~.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~까지 답이 없으면 ~로 갈게요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9788BD-25E1-414A-A3BD-0BD86B4029EF}"/>
              </a:ext>
            </a:extLst>
          </p:cNvPr>
          <p:cNvSpPr txBox="1"/>
          <p:nvPr/>
        </p:nvSpPr>
        <p:spPr>
          <a:xfrm>
            <a:off x="6654082" y="1913882"/>
            <a:ext cx="4867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 need a decision on business trip by end of today.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88CF73-0FE4-4154-B58D-E1A4478DB592}"/>
              </a:ext>
            </a:extLst>
          </p:cNvPr>
          <p:cNvSpPr txBox="1"/>
          <p:nvPr/>
        </p:nvSpPr>
        <p:spPr>
          <a:xfrm>
            <a:off x="6654082" y="2992874"/>
            <a:ext cx="276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A is more expensive than B.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AD5B29-8BD6-4415-8C57-C76075EB0A5B}"/>
              </a:ext>
            </a:extLst>
          </p:cNvPr>
          <p:cNvSpPr txBox="1"/>
          <p:nvPr/>
        </p:nvSpPr>
        <p:spPr>
          <a:xfrm>
            <a:off x="5778642" y="5205722"/>
            <a:ext cx="5710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If I don’t hear back by end of this week, I’ll go with option A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5 · YOUR TURN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화상회의 중 소리가 끊김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video call. The audio drops.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out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807208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0720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that again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3465576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6557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part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120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with these. Two or three lines. Say it out loud, or type it as a chat message.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0" y="1600200"/>
            <a:ext cx="4142232" cy="4480560"/>
          </a:xfrm>
          <a:prstGeom prst="roundRect">
            <a:avLst>
              <a:gd name="adj" fmla="val 176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DO IT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148840"/>
            <a:ext cx="3703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한국어로: 이럴 땐 어떻게 할래요? (채널 · 타이밍 · 길이)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영어로 직접 만들어요.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Brian이 고쳐요.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고친 걸 다시 말해요. 그다음 장에서 비교.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27FF5-0885-465E-A020-102211532BEA}"/>
              </a:ext>
            </a:extLst>
          </p:cNvPr>
          <p:cNvSpPr txBox="1"/>
          <p:nvPr/>
        </p:nvSpPr>
        <p:spPr>
          <a:xfrm>
            <a:off x="822960" y="4076438"/>
            <a:ext cx="2794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There is a cut out.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Please say that again.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I couldn’t hear the last part.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5 · COMPARE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화상회의 중 소리가 끊김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Jane이 만든 것과 비교하고, 좋은 걸 골라 다시 말해요.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09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Sorry, you cut out for a second.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죄송해요, 잠깐 끊겼어요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80720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say that again? I lost the last part.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말씀해주실래요? 마지막 부분을 놓쳤어요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0448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got up to ~. What came after that?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~까지는 들었어요. 그다음은요?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0017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turn my video off — it might help.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 영상 끌게요, 나아질 수도 있어요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FB655C-CF36-4BD4-8F9B-553571160057}"/>
              </a:ext>
            </a:extLst>
          </p:cNvPr>
          <p:cNvSpPr txBox="1"/>
          <p:nvPr/>
        </p:nvSpPr>
        <p:spPr>
          <a:xfrm>
            <a:off x="4654936" y="4106333"/>
            <a:ext cx="6834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 got up to you mention about the business trip. What came after that?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5BBA7A-F2F3-4CB9-9213-08D4C268D315}"/>
              </a:ext>
            </a:extLst>
          </p:cNvPr>
          <p:cNvSpPr txBox="1"/>
          <p:nvPr/>
        </p:nvSpPr>
        <p:spPr>
          <a:xfrm>
            <a:off x="5444066" y="5057986"/>
            <a:ext cx="34319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 think there is a network problem.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There is a connection issue.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6 · YOUR TURN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지시가 이해가 안 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didn't fully understand the instruction.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to confirm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807208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0720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mean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3465576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6557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example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120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with these. Two or three lines. Say it out loud, or type it as a chat message.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0" y="1600200"/>
            <a:ext cx="4142232" cy="4480560"/>
          </a:xfrm>
          <a:prstGeom prst="roundRect">
            <a:avLst>
              <a:gd name="adj" fmla="val 176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DO IT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148840"/>
            <a:ext cx="3703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한국어로: 이럴 땐 어떻게 할래요? (채널 · 타이밍 · 길이)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영어로 직접 만들어요.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Brian이 고쳐요.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고친 걸 다시 말해요. 그다음 장에서 비교.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ABC74B-FF49-456E-B79F-FEC9DE8B879C}"/>
              </a:ext>
            </a:extLst>
          </p:cNvPr>
          <p:cNvSpPr txBox="1"/>
          <p:nvPr/>
        </p:nvSpPr>
        <p:spPr>
          <a:xfrm>
            <a:off x="822960" y="4023360"/>
            <a:ext cx="59800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To clarify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I just want to confirm your instruction.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Do you mean that you are coming to Korea for a business trip?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An example, are you coming to Korea for a business trip?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6 · COMPARE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지시가 이해가 안 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Jane이 만든 것과 비교하고, 좋은 걸 골라 다시 말해요.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09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to confirm, you want ~ by ~.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확인하면, ~까지 ~를 원하시는 거죠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80720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mean ~, or ~?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~라는 말씀이세요, 아니면 ~?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0448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give me one example?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하나만 주실 수 있어요?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0017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say it back to you: ~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제가 이해한 대로 다시 말해볼게요: ~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A02EBA-9F83-41E8-8284-8590C00D2927}"/>
              </a:ext>
            </a:extLst>
          </p:cNvPr>
          <p:cNvSpPr txBox="1"/>
          <p:nvPr/>
        </p:nvSpPr>
        <p:spPr>
          <a:xfrm>
            <a:off x="4800600" y="1709928"/>
            <a:ext cx="4910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Just to confirm, you want this report by tomorrow.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To clarify, you want this report by tomorrow.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570D5F-7668-4569-87DE-303A985BB92A}"/>
              </a:ext>
            </a:extLst>
          </p:cNvPr>
          <p:cNvSpPr txBox="1"/>
          <p:nvPr/>
        </p:nvSpPr>
        <p:spPr>
          <a:xfrm>
            <a:off x="4800600" y="2857254"/>
            <a:ext cx="6763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Do you mean we will have a meeting on this Friday? Or just an e-mail?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452D7E-3E4D-4920-87F9-908C5F0E2932}"/>
              </a:ext>
            </a:extLst>
          </p:cNvPr>
          <p:cNvSpPr txBox="1"/>
          <p:nvPr/>
        </p:nvSpPr>
        <p:spPr>
          <a:xfrm>
            <a:off x="4800600" y="3969942"/>
            <a:ext cx="4557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Could you give me any historical report?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Could you share with me any historical report?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F9F141-596A-4161-97A1-7639E31F32EB}"/>
              </a:ext>
            </a:extLst>
          </p:cNvPr>
          <p:cNvSpPr txBox="1"/>
          <p:nvPr/>
        </p:nvSpPr>
        <p:spPr>
          <a:xfrm>
            <a:off x="3668258" y="5148072"/>
            <a:ext cx="797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Let me say it back to you: you mean, you will be coming to Korea for a business trip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7 · YOUR TURN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실수를 했음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a mistake.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807208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0720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mistake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3465576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6557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123944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23944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prevent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2120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with these. Two or three lines. Say it out loud, or type it as a chat message.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0" y="1600200"/>
            <a:ext cx="4142232" cy="4480560"/>
          </a:xfrm>
          <a:prstGeom prst="roundRect">
            <a:avLst>
              <a:gd name="adj" fmla="val 176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DO IT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2148840"/>
            <a:ext cx="3703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한국어로: 이럴 땐 어떻게 할래요? (채널 · 타이밍 · 길이)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영어로 직접 만들어요.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Brian이 고쳐요.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고친 걸 다시 말해요. 그다음 장에서 비교.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E0633A-AF77-4B15-B5B0-E2BFA6C0DB72}"/>
              </a:ext>
            </a:extLst>
          </p:cNvPr>
          <p:cNvSpPr txBox="1"/>
          <p:nvPr/>
        </p:nvSpPr>
        <p:spPr>
          <a:xfrm>
            <a:off x="948267" y="4792133"/>
            <a:ext cx="11168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There is a red flag. I realized I made a mistake. I already prepare to minimize the damage. To prevent similar incident, 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I will review one time from now on.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7 · COMPARE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실수를 했음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Jane이 만든 것과 비교하고, 좋은 걸 골라 다시 말해요.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09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flag something.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알려드릴 게 있어요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80720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made a mistake on ~. It was my error.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~에서 실수했어요. 제 잘못이에요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0448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already ~ to fix it.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고치려고 이미 ~했어요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0017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prevent it next time, I'll ~.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다음엔 안 그러도록 ~할게요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254A03-D82A-48AC-88EE-B967048152BA}"/>
              </a:ext>
            </a:extLst>
          </p:cNvPr>
          <p:cNvSpPr txBox="1"/>
          <p:nvPr/>
        </p:nvSpPr>
        <p:spPr>
          <a:xfrm>
            <a:off x="5452533" y="2992874"/>
            <a:ext cx="318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 made a mistake on the report.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622E98-9633-4CD2-A6A9-4B4E1C395454}"/>
              </a:ext>
            </a:extLst>
          </p:cNvPr>
          <p:cNvSpPr txBox="1"/>
          <p:nvPr/>
        </p:nvSpPr>
        <p:spPr>
          <a:xfrm>
            <a:off x="5452533" y="4090154"/>
            <a:ext cx="282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I’ve already manage to fix it.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A2CDF1-7FB7-40AB-976D-7D971158B43B}"/>
              </a:ext>
            </a:extLst>
          </p:cNvPr>
          <p:cNvSpPr txBox="1"/>
          <p:nvPr/>
        </p:nvSpPr>
        <p:spPr>
          <a:xfrm>
            <a:off x="5452533" y="5205722"/>
            <a:ext cx="6029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To prevent it next time, I’ll review one more time from now on.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8 · YOUR TURN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마감이 늦어질 것 같음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deadline is slipping.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late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807208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0720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3465576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6557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123944"/>
            <a:ext cx="6217920" cy="530352"/>
          </a:xfrm>
          <a:prstGeom prst="roundRect">
            <a:avLst>
              <a:gd name="adj" fmla="val 20690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23944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2120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with these. Two or three lines. Say it out loud, or type it as a chat message.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0" y="1600200"/>
            <a:ext cx="4142232" cy="4480560"/>
          </a:xfrm>
          <a:prstGeom prst="roundRect">
            <a:avLst>
              <a:gd name="adj" fmla="val 176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DO IT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2148840"/>
            <a:ext cx="3703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한국어로: 이럴 땐 어떻게 할래요? (채널 · 타이밍 · 길이)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영어로 직접 만들어요.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Brian이 고쳐요.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고친 걸 다시 말해요. 그다음 장에서 비교.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DDEC85-C8D4-4EEE-A85D-77B21F590DC0}"/>
              </a:ext>
            </a:extLst>
          </p:cNvPr>
          <p:cNvSpPr txBox="1"/>
          <p:nvPr/>
        </p:nvSpPr>
        <p:spPr>
          <a:xfrm>
            <a:off x="728133" y="4756912"/>
            <a:ext cx="11197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It will be running late. Here’s why it got delay, IT team provided the data just yesterday. I will notice you the new date.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What I need is just 2 more days.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8 · COMPARE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마감이 늦어질 것 같음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Jane이 만든 것과 비교하고, 좋은 걸 골라 다시 말해요.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09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is running late. Here's why: ~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~가 늦어지고 있어요. 이유는 ~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80720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justify the delay — ~.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늦어지는 이유는 설명할 수 있어요 — ~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0448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date I can commit to is ~.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제가 약속할 수 있는 새 날짜는 ~예요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0017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keep you posted at a steady pace — every ~.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~마다 꾸준히 알려드릴게요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 ·  steady  ·  pace</a:t>
            </a:r>
            <a:endParaRPr 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2BA681-7C5D-4FEC-BAD0-28BED9ACBDB3}"/>
              </a:ext>
            </a:extLst>
          </p:cNvPr>
          <p:cNvSpPr txBox="1"/>
          <p:nvPr/>
        </p:nvSpPr>
        <p:spPr>
          <a:xfrm>
            <a:off x="3972393" y="1927598"/>
            <a:ext cx="7942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Custom process is running late. Here’s why, documents from sponsor have an error.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9AAF84-1746-420B-9FB4-66F1424939BA}"/>
              </a:ext>
            </a:extLst>
          </p:cNvPr>
          <p:cNvSpPr txBox="1"/>
          <p:nvPr/>
        </p:nvSpPr>
        <p:spPr>
          <a:xfrm>
            <a:off x="3972393" y="3011162"/>
            <a:ext cx="4824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 can justify the delay due to the documents error.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D053F7-8210-46FB-BF77-17DED72A8C30}"/>
              </a:ext>
            </a:extLst>
          </p:cNvPr>
          <p:cNvSpPr txBox="1"/>
          <p:nvPr/>
        </p:nvSpPr>
        <p:spPr>
          <a:xfrm>
            <a:off x="4488860" y="4108442"/>
            <a:ext cx="5328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The new date I can commit to is next week Wednesday.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CF9680-F947-47C2-A68F-441ED9524A55}"/>
              </a:ext>
            </a:extLst>
          </p:cNvPr>
          <p:cNvSpPr txBox="1"/>
          <p:nvPr/>
        </p:nvSpPr>
        <p:spPr>
          <a:xfrm>
            <a:off x="5699593" y="5187434"/>
            <a:ext cx="4691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I’ll keep you posted once I have a better update.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2107</Words>
  <Application>Microsoft Office PowerPoint</Application>
  <PresentationFormat>와이드스크린</PresentationFormat>
  <Paragraphs>281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5</cp:revision>
  <dcterms:created xsi:type="dcterms:W3CDTF">2026-09-28T11:55:59Z</dcterms:created>
  <dcterms:modified xsi:type="dcterms:W3CDTF">2026-09-29T13:56:26Z</dcterms:modified>
</cp:coreProperties>
</file>
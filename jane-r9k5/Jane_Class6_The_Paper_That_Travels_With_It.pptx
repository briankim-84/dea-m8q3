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JANE · CLASS 6</a:t>
            </a:r>
            <a:endParaRPr lang="en-US" sz="16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The Paper That Travels With It</a:t>
            </a:r>
            <a:endParaRPr lang="en-US" sz="4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drug without its papers is just a box.</a:t>
            </a:r>
            <a:endParaRPr lang="en-US" sz="17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Do English with Brian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WARM-UP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Catching Up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How was the week — any news from ICON?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did you take away from last week's box?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011680"/>
          </a:xfrm>
          <a:prstGeom prst="roundRect">
            <a:avLst>
              <a:gd name="adj" fmla="val 409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Still waiting on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아직 ~를 기다리는 중이에요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stayed with me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기억에 남은 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slight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655064" y="463600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satisfaction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STACK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Six Papers, One Box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상자 하나에 이 서류들이 같이 다녀요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180136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Packing list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lot numbers and quantities — the site counts against it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Import permit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country-specific, prepared in advance — no permit, no border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68680" y="304495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Temperature log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 logger rides inside; read it before you open the box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3557016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68680" y="366674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Chain of custody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every handoff — factory, depot, customs, site pharmacy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4178808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68680" y="428853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Accountability log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got what, how much came back, what was destroyed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11091672" cy="530352"/>
          </a:xfrm>
          <a:prstGeom prst="roundRect">
            <a:avLst>
              <a:gd name="adj" fmla="val 12069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68680" y="491032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Certificate of destruction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proof the leftovers are gone, at study close</a:t>
            </a:r>
            <a:endParaRPr lang="en-US" sz="14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one would you look at first — and why?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548640" y="5897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619048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48640" y="619048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uniform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751076" y="619048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751076" y="619048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operator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STOPS THE BOX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Missing One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paper stops the shipment cold if it's missing?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one only bites later — at an audit?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logger shows 30 minutes out of range. What now?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Who do you call first?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560320"/>
          </a:xfrm>
          <a:prstGeom prst="roundRect">
            <a:avLst>
              <a:gd name="adj" fmla="val 3214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Without ~, the box doesn't move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~가 없으면 상자가 안 움직여요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one bites later, when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그건 나중에 ~할 때 터져요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I'd flag it to ~ before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~하기 전에 ~한테 먼저 알릴 거예요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counsel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51076" y="463600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51076" y="463600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dimension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YOUR OLD PAPERS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맑은 고딕" pitchFamily="34" charset="-122"/>
                <a:cs typeface="맑은 고딕" pitchFamily="34" charset="-120"/>
              </a:rPr>
              <a:t>FedEx Had Papers Too</a:t>
            </a:r>
            <a:endParaRPr lang="en-US" sz="30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QUESTIONS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 paperwork did a shipment need at FedEx?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Which of these six has a FedEx cousin?</a:t>
            </a:r>
            <a:endParaRPr lang="en-US" sz="130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What's the one that has no cousin at all?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468880"/>
          </a:xfrm>
          <a:prstGeom prst="roundRect">
            <a:avLst>
              <a:gd name="adj" fmla="val 333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TOOLBOX</a:t>
            </a:r>
            <a:endParaRPr lang="en-US" sz="12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The closest thing we had was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제일 비슷한 건 ~였어요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That one has no equivalent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그건 대응되는 게 없어요 —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Compared to ~, this is ~</a:t>
            </a:r>
            <a:endParaRPr lang="en-US" sz="1450" dirty="0">
              <a:latin typeface="Calibri"/>
              <a:ea typeface="맑은 고딕"/>
              <a:cs typeface="맑은 고딕"/>
            </a:endParaRPr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~에 비하면 이건 ~예요</a:t>
            </a:r>
            <a:endParaRPr lang="en-US" sz="14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지난주 단어</a:t>
            </a:r>
            <a:endParaRPr lang="en-US" sz="11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4864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testify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51076" y="4636008"/>
            <a:ext cx="134416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51076" y="4636008"/>
            <a:ext cx="1344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vulnerable</a:t>
            </a:r>
            <a:endParaRPr lang="en-US" sz="130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  <p:txBody>
          <a:bodyPr/>
          <a:p>
            <a:endParaRPr>
              <a:latin typeface="Calibri"/>
              <a:ea typeface="맑은 고딕"/>
              <a:cs typeface="맑은 고딕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22960" y="5413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맑은 고딕" pitchFamily="34" charset="-122"/>
                <a:cs typeface="맑은 고딕" pitchFamily="34" charset="-120"/>
              </a:rPr>
              <a:t>CAUGHT TODAY</a:t>
            </a:r>
            <a:endParaRPr lang="en-US" sz="1150" dirty="0">
              <a:latin typeface="Calibri"/>
              <a:ea typeface="맑은 고딕"/>
              <a:cs typeface="맑은 고딕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22960" y="5687568"/>
            <a:ext cx="105156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endParaRPr lang="ko-KR" sz="1400" dirty="0">
              <a:latin typeface="Calibri"/>
              <a:ea typeface="맑은 고딕"/>
              <a:cs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2026-09-06T13:58:52Z</dcterms:created>
  <dcterms:modified xsi:type="dcterms:W3CDTF">2026-09-06T13:58:52Z</dcterms:modified>
</cp:coreProperties>
</file>
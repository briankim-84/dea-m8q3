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JANE · CLASS 8</a:t>
            </a:r>
            <a:endParaRPr lang="en-US" sz="16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You Pick</a:t>
            </a:r>
            <a:endParaRPr lang="en-US" sz="4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Eight things. Choose one and stay with it.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Do English with Brian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PICK ONE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7607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What Do You Want to Talk About?</a:t>
            </a:r>
            <a:endParaRPr lang="en-US" sz="2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고르고 나면 그것만. 다 하지 않아도 돼요.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4114800" cy="914400"/>
          </a:xfrm>
          <a:prstGeom prst="roundRect">
            <a:avLst>
              <a:gd name="adj" fmla="val 50000"/>
            </a:avLst>
          </a:prstGeom>
          <a:solidFill>
            <a:srgbClr val="16273F"/>
          </a:solidFill>
          <a:ln w="19050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77240" y="17373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The best thing you bought this year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983480" y="1737360"/>
            <a:ext cx="3840480" cy="914400"/>
          </a:xfrm>
          <a:prstGeom prst="roundRect">
            <a:avLst>
              <a:gd name="adj" fmla="val 50000"/>
            </a:avLst>
          </a:prstGeom>
          <a:solidFill>
            <a:srgbClr val="16273F"/>
          </a:solidFill>
          <a:ln w="19050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1206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A place you'd go back to tomorrow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080" y="2880360"/>
            <a:ext cx="4754880" cy="914400"/>
          </a:xfrm>
          <a:prstGeom prst="roundRect">
            <a:avLst>
              <a:gd name="adj" fmla="val 50000"/>
            </a:avLst>
          </a:prstGeom>
          <a:solidFill>
            <a:srgbClr val="16273F"/>
          </a:solidFill>
          <a:ln w="19050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777240" y="28803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Something you're into that people don't expect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577840" y="2880360"/>
            <a:ext cx="4480560" cy="914400"/>
          </a:xfrm>
          <a:prstGeom prst="roundRect">
            <a:avLst>
              <a:gd name="adj" fmla="val 50000"/>
            </a:avLst>
          </a:prstGeom>
          <a:solidFill>
            <a:srgbClr val="16273F"/>
          </a:solidFill>
          <a:ln w="19050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5715000" y="28803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The person you'd call at two in the morning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0080" y="4023360"/>
            <a:ext cx="4206240" cy="914400"/>
          </a:xfrm>
          <a:prstGeom prst="roundRect">
            <a:avLst>
              <a:gd name="adj" fmla="val 50000"/>
            </a:avLst>
          </a:prstGeom>
          <a:solidFill>
            <a:srgbClr val="16273F"/>
          </a:solidFill>
          <a:ln w="19050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777240" y="40233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A free year, no job — what do you do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074920" y="4023360"/>
            <a:ext cx="4572000" cy="914400"/>
          </a:xfrm>
          <a:prstGeom prst="roundRect">
            <a:avLst>
              <a:gd name="adj" fmla="val 50000"/>
            </a:avLst>
          </a:prstGeom>
          <a:solidFill>
            <a:srgbClr val="16273F"/>
          </a:solidFill>
          <a:ln w="19050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5212080" y="402336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Something you couldn't stop watching or reading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280160" y="5166360"/>
            <a:ext cx="4480560" cy="914400"/>
          </a:xfrm>
          <a:prstGeom prst="roundRect">
            <a:avLst>
              <a:gd name="adj" fmla="val 50000"/>
            </a:avLst>
          </a:prstGeom>
          <a:solidFill>
            <a:srgbClr val="16273F"/>
          </a:solidFill>
          <a:ln w="19050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1417320" y="51663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A rule you grew up with that you've dropped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035040" y="5166360"/>
            <a:ext cx="5029200" cy="914400"/>
          </a:xfrm>
          <a:prstGeom prst="roundRect">
            <a:avLst>
              <a:gd name="adj" fmla="val 50000"/>
            </a:avLst>
          </a:prstGeom>
          <a:solidFill>
            <a:srgbClr val="16273F"/>
          </a:solidFill>
          <a:ln w="19050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6172200" y="5166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What you'd be good at if you could skip the practice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GOING LONG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7607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Five Ways to Keep Going</a:t>
            </a:r>
            <a:endParaRPr lang="en-US" sz="2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막힐 때마다 이 중에서 하나 골라 쓰면 돼요.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77240" y="17465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1 · GO SPECIFIC  </a:t>
            </a:r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세부로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77240" y="2075688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To give you an example, ~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Specifically, ~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There was this one time ~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297680" y="160020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4526280" y="17465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2 · WALK THE TIMELINE  </a:t>
            </a:r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시간 순서로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526280" y="2075688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It started when ~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Then ~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By the end, ~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046720" y="160020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275320" y="17465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3 · THE OTHER SIDE  </a:t>
            </a:r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반대 경우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275320" y="2075688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On the other hand, ~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That's not always true — ~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Except when ~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777240" y="38496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4 · ADD YOURSELF  </a:t>
            </a:r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나를 붙이기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777240" y="4178808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What surprised me was ~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Honestly, ~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 still think about ~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297680" y="370332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4526280" y="38496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5 · LOOP BACK  </a:t>
            </a:r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되돌아 잇기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4526280" y="4178808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Going back to ~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That's why ~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It's the same reason ~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548640" y="5806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</a:t>
            </a:r>
            <a:pPr indent="0" marL="0">
              <a:buNone/>
            </a:pP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지난주 단어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48640" y="6099048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548640" y="6099048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persuade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847088" y="6099048"/>
            <a:ext cx="1536192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1847088" y="6099048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specifically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WHEN I ASK BACK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Digging In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made you pick that?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Say more about that part.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I've never done that — what's it like?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Q4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Would you do it again?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926080"/>
          </a:xfrm>
          <a:prstGeom prst="roundRect">
            <a:avLst>
              <a:gd name="adj" fmla="val 281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It's hard to explain, but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설명하기 어려운데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closest thing I can compare it to is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제일 비슷한 걸 꼽자면 ~예요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You'd have to be there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직접 봐야 알아요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I'd do it again in a second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당장 또 할 거예요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Actually, now that I say it out loud,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말하고 보니 ~네요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Let me think about how to put that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어떻게 말할지 잠깐 생각해볼게요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</a:t>
            </a:r>
            <a:pPr indent="0" marL="0">
              <a:buNone/>
            </a:pP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지난주 단어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636008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48640" y="463600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honest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655064" y="4636008"/>
            <a:ext cx="1248156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655064" y="4636008"/>
            <a:ext cx="12481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typically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22960" y="5413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22960" y="5687568"/>
            <a:ext cx="10515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ko-KR" sz="1400" dirty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ONE MORE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Pick a Second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Pick a second one.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Which was easier to talk about, and why?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Which one could you have kept going?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Q4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Which one did you avoid, and why?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743200"/>
          </a:xfrm>
          <a:prstGeom prst="roundRect">
            <a:avLst>
              <a:gd name="adj" fmla="val 300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That one was easier because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그건 ~라서 쉬웠어요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had more to say about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~에 대해 할 말이 더 많았어요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ran out at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~에서 막혔어요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I'd need to think more about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~는 좀 더 생각해봐야 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skipped that one because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그건 ~라서 넘겼어요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</a:t>
            </a:r>
            <a:pPr indent="0" marL="0">
              <a:buNone/>
            </a:pP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지난주 단어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636008"/>
            <a:ext cx="1344168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48640" y="4636008"/>
            <a:ext cx="1344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ultimately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039112" y="4636008"/>
            <a:ext cx="864108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2039112" y="4636008"/>
            <a:ext cx="8641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solid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22960" y="5413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22960" y="5687568"/>
            <a:ext cx="10515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ko-KR" sz="1400" dirty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2026-09-17T01:36:36Z</dcterms:created>
  <dcterms:modified xsi:type="dcterms:W3CDTF">2026-09-17T01:36:36Z</dcterms:modified>
</cp:coreProperties>
</file>
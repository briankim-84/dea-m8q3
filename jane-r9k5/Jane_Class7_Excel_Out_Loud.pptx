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322" autoAdjust="0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105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Kim" userId="bfb6c6aebdabc740" providerId="LiveId" clId="{D1543967-CBB6-4F4A-B665-AAA23B55C4D7}"/>
    <pc:docChg chg="modSld">
      <pc:chgData name="Brian Kim" userId="bfb6c6aebdabc740" providerId="LiveId" clId="{D1543967-CBB6-4F4A-B665-AAA23B55C4D7}" dt="2026-09-10T01:16:25.090" v="0" actId="1076"/>
      <pc:docMkLst>
        <pc:docMk/>
      </pc:docMkLst>
      <pc:sldChg chg="modSp mod">
        <pc:chgData name="Brian Kim" userId="bfb6c6aebdabc740" providerId="LiveId" clId="{D1543967-CBB6-4F4A-B665-AAA23B55C4D7}" dt="2026-09-10T01:16:25.090" v="0" actId="1076"/>
        <pc:sldMkLst>
          <pc:docMk/>
          <pc:sldMk cId="0" sldId="261"/>
        </pc:sldMkLst>
        <pc:spChg chg="mod">
          <ac:chgData name="Brian Kim" userId="bfb6c6aebdabc740" providerId="LiveId" clId="{D1543967-CBB6-4F4A-B665-AAA23B55C4D7}" dt="2026-09-10T01:16:25.090" v="0" actId="1076"/>
          <ac:spMkLst>
            <pc:docMk/>
            <pc:sldMk cId="0" sldId="261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967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JANE · CLASS 7</a:t>
            </a:r>
            <a:endParaRPr lang="en-US" sz="16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Excel, Out Loud</a:t>
            </a:r>
            <a:endParaRPr lang="en-US" sz="4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names on the screen, the steps in your hands, the mess in the file.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 English with Brian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WARM-UP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7607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Where You're At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How's the week been — any news?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far have you got with Excel?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part is still confusing?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5486400" cy="2834640"/>
          </a:xfrm>
          <a:prstGeom prst="roundRect">
            <a:avLst>
              <a:gd name="adj" fmla="val 290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04672" y="30906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WHERE YOU ARE · 지금 상태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04672" y="3401568"/>
            <a:ext cx="502920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I've been working through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I'm comfortable with ~ now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I've got the basics of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 haven't touched ~ yet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172200" y="2926080"/>
            <a:ext cx="5486400" cy="2834640"/>
          </a:xfrm>
          <a:prstGeom prst="roundRect">
            <a:avLst>
              <a:gd name="adj" fmla="val 290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428232" y="30906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WHAT'S CONFUSING · 헷갈리는 것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428232" y="3401568"/>
            <a:ext cx="502920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 keep mixing up ~ and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 can do it, but I don't know why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It works sometimes and not others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 get lost once there's more than ~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48640" y="59253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6199632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548640" y="6199632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slight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655064" y="6199632"/>
            <a:ext cx="1536192" cy="365760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1655064" y="6199632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satisfaction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PART 1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7607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Words on the Screen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Which of these did you already know?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Which one do you use most in a day?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Which English name surprised you?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5486400" cy="3246120"/>
          </a:xfrm>
          <a:prstGeom prst="roundRect">
            <a:avLst>
              <a:gd name="adj" fmla="val 2535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04672" y="30906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SHEET · 시트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04672" y="3401568"/>
            <a:ext cx="5029200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row / column / cell / range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tab (또는 sheet)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header row — 맨 윗줄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freeze panes — 윗줄 고정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wrap text / merge cells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172200" y="2926080"/>
            <a:ext cx="5486400" cy="3246120"/>
          </a:xfrm>
          <a:prstGeom prst="roundRect">
            <a:avLst>
              <a:gd name="adj" fmla="val 2535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428232" y="30906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TOOLS · 기능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428232" y="3401568"/>
            <a:ext cx="5029200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filter — 걸러서 보기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sort — 정렬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conditional formatting — 조건부 서식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pivot table — 피벗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formula bar — 수식 입력줄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PART 2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7607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How You Actually Do It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Show me — how do you filter this by carrier? Say each step.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do you freeze the top row?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Walk me through building a pivot table, out loud.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5486400" cy="3246120"/>
          </a:xfrm>
          <a:prstGeom prst="roundRect">
            <a:avLst>
              <a:gd name="adj" fmla="val 2535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04672" y="30906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STEP BY STEP · 순서대로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04672" y="3401568"/>
            <a:ext cx="5029200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First I select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Then I go to ~ and click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After that, I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 drag ~ into rows and ~ into values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Once it's done, I ~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172200" y="2926080"/>
            <a:ext cx="5486400" cy="3246120"/>
          </a:xfrm>
          <a:prstGeom prst="roundRect">
            <a:avLst>
              <a:gd name="adj" fmla="val 2535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428232" y="30906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WARNINGS · 주의할 것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428232" y="3401568"/>
            <a:ext cx="5029200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You have to ~ before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Careful — if you ~, it'll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Make sure ~ is selected first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Otherwise it'll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Don't forget to ~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PART 3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7607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What's Wrong With This File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carrier sent this. What do you fix first?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Which ones can you fix yourself, and which need the sender?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do you ask for a clean version without sounding annoyed?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5486400" cy="2834640"/>
          </a:xfrm>
          <a:prstGeom prst="roundRect">
            <a:avLst>
              <a:gd name="adj" fmla="val 290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04672" y="30906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WHAT'S BROKEN · 뭐가 문제인가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04672" y="3401568"/>
            <a:ext cx="502920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 dates are coming through as text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There's trailing space in the tracking numbers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 port names aren't consistent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Half the rows are blank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 numbers are stored as text too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172200" y="2926080"/>
            <a:ext cx="5486400" cy="2834640"/>
          </a:xfrm>
          <a:prstGeom prst="roundRect">
            <a:avLst>
              <a:gd name="adj" fmla="val 290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428232" y="30906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YOU SAY · 뭐라고 말하나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428232" y="3401568"/>
            <a:ext cx="502920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I'll clean it on my end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Could you resend it as ~?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there a way to export it with ~?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Just so I don't guess — is ~ meant to be ~?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No rush, but it'd save me ~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48640" y="59253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6199632"/>
            <a:ext cx="1056132" cy="365760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548640" y="6199632"/>
            <a:ext cx="10561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uniform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751076" y="6199632"/>
            <a:ext cx="1152144" cy="365760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1751076" y="6199632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operator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PART 4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7607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Matching and Reporting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40080" y="1636776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Order numbers here, shipment numbers there. How do you match them?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Twelve rows come back with no match. What does that tell you?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Your manager wants “the numbers by region.” What do you ask first?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5486400" cy="2834640"/>
          </a:xfrm>
          <a:prstGeom prst="roundRect">
            <a:avLst>
              <a:gd name="adj" fmla="val 290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04672" y="30906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MATCHING · 맞춰보기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04672" y="3401568"/>
            <a:ext cx="502920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 used a lookup to match ~ against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Twelve came back as not found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Either the number's wrong or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 checked for spaces first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It's matching on ~, so ~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172200" y="2926080"/>
            <a:ext cx="5486400" cy="2834640"/>
          </a:xfrm>
          <a:prstGeom prst="roundRect">
            <a:avLst>
              <a:gd name="adj" fmla="val 290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428232" y="30906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REPORTING · 보고할 때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428232" y="3401568"/>
            <a:ext cx="502920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Do you want that by ~ or by ~?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 pulled it into a pivot to see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On-time delivery came out at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Three carriers account for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I'd flag ~ before you send it up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48640" y="59253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6199632"/>
            <a:ext cx="1248156" cy="365760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548640" y="6199632"/>
            <a:ext cx="1248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dimension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943100" y="6199632"/>
            <a:ext cx="1056132" cy="365760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1943100" y="6199632"/>
            <a:ext cx="10561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counsel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663</Words>
  <Application>Microsoft Office PowerPoint</Application>
  <PresentationFormat>와이드스크린</PresentationFormat>
  <Paragraphs>107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Calibri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Brian Kim</cp:lastModifiedBy>
  <cp:revision>2</cp:revision>
  <dcterms:created xsi:type="dcterms:W3CDTF">2026-09-09T02:41:35Z</dcterms:created>
  <dcterms:modified xsi:type="dcterms:W3CDTF">2026-09-10T03:19:19Z</dcterms:modified>
</cp:coreProperties>
</file>
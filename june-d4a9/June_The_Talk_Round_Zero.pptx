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0540" cy="6858000"/>
  <p:notesSz cx="6858000" cy="1218054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IAS 발표 준비 1편. 오늘 목표 = 발표 전체를 말로 한 번 통과시키고 구조 잡기. 완성도는 일부러 무시.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통짜 2회 — 1회차는 한영 섞어도 허용, 2회차는 영어만. 시간 재지 말 것 — 구조가 목표.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 마킹된 것들이 다음 회차(구간별 다듬기·Q&amp;A)의 재료.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12180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O   E N G L I S H   W I T H   B R I A 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2560320"/>
            <a:ext cx="121805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June — The Talk, Round Zero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3429000"/>
            <a:ext cx="12180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IAS 2026 · Building the Skeleton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4069080"/>
            <a:ext cx="121805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slides today. Just you, saying the whole talk out loud — badly, then better.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0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03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One-Liner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00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발표가 한 문장으로 뭐지.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00380" cy="1051560"/>
          </a:xfrm>
          <a:prstGeom prst="roundRect">
            <a:avLst>
              <a:gd name="adj" fmla="val 7826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764792"/>
            <a:ext cx="1031516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“If the audience remembers only one sentence a week later — what should it be?”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2414016"/>
            <a:ext cx="10315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청중이 기억할 단 한 문장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0900380" cy="1051560"/>
          </a:xfrm>
          <a:prstGeom prst="roundRect">
            <a:avLst>
              <a:gd name="adj" fmla="val 7826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953512"/>
            <a:ext cx="1031516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“Who's sitting in that room — and what do they already believe about your topic?”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3602736"/>
            <a:ext cx="10315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청중은 누구고 뭐를 믿고 있나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10900380" cy="713232"/>
          </a:xfrm>
          <a:prstGeom prst="roundRect">
            <a:avLst>
              <a:gd name="adj" fmla="val 10256"/>
            </a:avLst>
          </a:prstGeom>
          <a:solidFill>
            <a:srgbClr val="1E3252"/>
          </a:solidFill>
          <a:ln w="7620">
            <a:solidFill>
              <a:srgbClr val="C9A4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4215384"/>
            <a:ext cx="103883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talk is about ~</a:t>
            </a:r>
            <a:pPr indent="0" marL="0">
              <a:buNone/>
            </a:pPr>
            <a:r>
              <a:rPr lang="en-US" sz="11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one thing I want the room to remember is ~</a:t>
            </a:r>
            <a:pPr indent="0" marL="0">
              <a:buNone/>
            </a:pPr>
            <a:r>
              <a:rPr lang="en-US" sz="11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people in this field assume ~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79726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0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03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Skeleton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00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→ 방법 → 발견 → 의미 — 3분 통짜로.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10900380" cy="713232"/>
          </a:xfrm>
          <a:prstGeom prst="roundRect">
            <a:avLst>
              <a:gd name="adj" fmla="val 11538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00784"/>
            <a:ext cx="103517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The Problem   </a:t>
            </a:r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문제에서 시작했나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10900380" cy="713232"/>
          </a:xfrm>
          <a:prstGeom prst="roundRect">
            <a:avLst>
              <a:gd name="adj" fmla="val 11538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23744"/>
            <a:ext cx="103517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The Method   </a:t>
            </a:r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뭐를 어떻게 봤나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10900380" cy="713232"/>
          </a:xfrm>
          <a:prstGeom prst="roundRect">
            <a:avLst>
              <a:gd name="adj" fmla="val 11538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46704"/>
            <a:ext cx="103517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The Finding   </a:t>
            </a:r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뭐가 나왔나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4114800"/>
            <a:ext cx="10900380" cy="713232"/>
          </a:xfrm>
          <a:prstGeom prst="roundRect">
            <a:avLst>
              <a:gd name="adj" fmla="val 11538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169664"/>
            <a:ext cx="103517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The Meaning   </a:t>
            </a:r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현장에 뭐가 달라지나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5010912"/>
            <a:ext cx="10900380" cy="713232"/>
          </a:xfrm>
          <a:prstGeom prst="roundRect">
            <a:avLst>
              <a:gd name="adj" fmla="val 10256"/>
            </a:avLst>
          </a:prstGeom>
          <a:solidFill>
            <a:srgbClr val="1E3252"/>
          </a:solidFill>
          <a:ln w="7620">
            <a:solidFill>
              <a:srgbClr val="C9A4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5065776"/>
            <a:ext cx="103883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we started with was ~</a:t>
            </a:r>
            <a:pPr indent="0" marL="0">
              <a:buNone/>
            </a:pPr>
            <a:r>
              <a:rPr lang="en-US" sz="11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found was ~</a:t>
            </a:r>
            <a:pPr indent="0" marL="0">
              <a:buNone/>
            </a:pPr>
            <a:r>
              <a:rPr lang="en-US" sz="11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2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means for ~ is ~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79726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0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03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Weak Spots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00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말하다 멈춘 자리가 다음 회차의 지도예요.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900380" cy="1005840"/>
          </a:xfrm>
          <a:prstGeom prst="roundRect">
            <a:avLst>
              <a:gd name="adj" fmla="val 8182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764792"/>
            <a:ext cx="103151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“Where did you slow down or switch to Korean? Let's mark those spots.”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2368296"/>
            <a:ext cx="10315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멈춘 지점 표시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0900380" cy="1005840"/>
          </a:xfrm>
          <a:prstGeom prst="roundRect">
            <a:avLst>
              <a:gd name="adj" fmla="val 8182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907792"/>
            <a:ext cx="103151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“Which part felt weakest as a story — not as science?”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3511296"/>
            <a:ext cx="10315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과학 말고 이야기로서 약한 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10900380" cy="1005840"/>
          </a:xfrm>
          <a:prstGeom prst="roundRect">
            <a:avLst>
              <a:gd name="adj" fmla="val 8182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4050792"/>
            <a:ext cx="103151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“What's one question from the audience you're afraid of?”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4654296"/>
            <a:ext cx="10315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제일 무서운 질문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9726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0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03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Round Zero, Done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0380" cy="1298448"/>
          </a:xfrm>
          <a:prstGeom prst="roundRect">
            <a:avLst>
              <a:gd name="adj" fmla="val 6338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9384"/>
            <a:ext cx="103517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skeleton stands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914400" y="2368296"/>
            <a:ext cx="1035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문제→방법→발견→의미 — 뼈대가 섬으면 살은 나중에 붙여도 돼요.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264408"/>
            <a:ext cx="10900380" cy="1298448"/>
          </a:xfrm>
          <a:prstGeom prst="roundRect">
            <a:avLst>
              <a:gd name="adj" fmla="val 6338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410712"/>
            <a:ext cx="103517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 spots = next classes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14400" y="3849624"/>
            <a:ext cx="1035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표시한 구간들을 한 회차씩 다듬어가요.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745736"/>
            <a:ext cx="10900380" cy="1298448"/>
          </a:xfrm>
          <a:prstGeom prst="roundRect">
            <a:avLst>
              <a:gd name="adj" fmla="val 6338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892040"/>
            <a:ext cx="103517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14400" y="5330952"/>
            <a:ext cx="103517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통짜 2회차 버전을 폰 녹음으로 남겨줘요 — 다음 수업 시작점이에요.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0" y="6217920"/>
            <a:ext cx="12180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today, June!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9726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2026-08-21T03:52:53Z</dcterms:created>
  <dcterms:modified xsi:type="dcterms:W3CDTF">2026-08-21T03:52:53Z</dcterms:modified>
</cp:coreProperties>
</file>
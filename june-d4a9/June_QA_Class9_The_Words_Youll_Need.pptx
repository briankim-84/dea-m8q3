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JUNE · Q&amp;A CLASS 9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Words You'll Need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paper, in the language of the field.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SECTION 1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Background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does this problem exist? What's known, and what isn't?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04672" y="1755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YOUR PAPER · 논문에 있는 것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066544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chronic ankle instability (CAI)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만성 발목 불안정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lateral ankle sprain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외측 발목 염좌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recurrence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재발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residual symptoms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잔존 증상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intrinsic foot muscles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발 내재근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28232" y="1755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ALSO IN THE FIELD · 학회에서 만날 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2066544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giving way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발목이 꺾이는 느낌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환자가 쓰는 말 — 발표에서 그대로 인용됨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mechanical vs functional instability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구조적 / 기능적 불안정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어느 쪽을 봤냐고 반드시 물어봄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copers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삐었지만 불안정이 안 남은 사람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대조군 얘기하면 나옴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prevalence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유병률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도입부 첫 문장에 거의 항상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burden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사회적 부담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“왜 중요하냐”에 답할 때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4087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SAYING IT · 말할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4398264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Up to ~% of individuals go on to develop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remains unclear is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This has direct implications for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problem isn't the sprain — it's what comes after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SECTION 2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Purpose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State the aim in one sentence. What did you expect, and why?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04672" y="1755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YOUR PAPER · 논문에 있는 것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066544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purpose of this study was to compare ~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본 연구의 목적은 ~를 비교하는 것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hypothesised that ~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~라고 가설을 세웠다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primary outcome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주요 결과변수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secondary outcomes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부차 결과변수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28232" y="1755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ALSO IN THE FIELD · 학회에서 만날 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2066544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rationale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그렇게 예상한 근거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“왜 그렇게 봤냐”에 답할 때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mechanistic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기전에 기반한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이론적 근거를 말할 때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priori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사전에 정한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결과 보고 정한 게 아니냐는 의심을 받을 때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superiority / non-inferiority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우월성 / 비열등성 설계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둘을 비교했으니 어느 쪽이냐고 물어봄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4087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SAYING IT · 말할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4398264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aim was to determine whether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Our rationale was that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set that a priori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primary outcome was ~; secondary outcomes included ~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SECTION 3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Methods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Walk me through it — participants, allocation, intervention, measures.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04672" y="1755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YOUR PAPER · 논문에 있는 것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066544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randomly allocated to three groups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세 군에 무작위 배정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baseline and follow-up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기저 · 추적 시점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postural stability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자세 안정성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cross-sectional area via ultrasonography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초음파로 근단면적 측정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SEBT · CAIT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측정 도구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28232" y="1755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ALSO IN THE FIELD · 학회에서 만날 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2066544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concealed allocation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배정 은폐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무작위라고 하면 바로 따라오는 질문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blinded assessor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눈가림 평가자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초음파를 누가 쟀냐고 물어볼 때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inter-rater reliability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평가자 간 신뢰도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초음파 측정이면 반드시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adherence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순응도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8주 훈련이면 얼마나 했냐고 물어봄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dropout rate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탈락률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21명이면 몇 명 빠졌냐가 첫 질문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inclusion / exclusion criteria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선정 · 제외 기준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어떤 사람을 넣었냐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4087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SAYING IT · 말할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4398264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Participants were randomly allocated to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Allocation was concealed using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Assessments were conducted by a blinded assessor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Adherence was ~% across groups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SECTION 4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Results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Report it — no interpretation yet.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04672" y="1755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YOUR PAPER · 논문에 있는 것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066544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both groups improved from baseline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두 군 모두 기저 대비 향상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between-group difference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군간 차이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statistically significant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통계적으로 유의한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time point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시점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28232" y="1755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ALSO IN THE FIELD · 학회에서 만날 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2066544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effect size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효과 크기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p값만 말하면 바로 물어봄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minimal detectable change (MDC)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최소 감지 변화량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변화가 측정 오차보다 큰지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underpowered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검정력이 부족한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21명이라고 하면 나오는 말 — 먼저 인정하면 방어가 됨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confidence interval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신뢰구간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요즘은 p값보다 이걸 먼저 봄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4087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SAYING IT · 말할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4398264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Both groups improved from baseline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 between-group difference emerged at week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effect size was moderate for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That difference exceeds the MDC for ~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SECTION 5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It Means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Now interpret it. Then say what's wrong with it.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04672" y="1755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YOUR PAPER · 논문에 있는 것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066544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these findings suggest that ~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이 결과는 ~를 시사한다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consistent with previous work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선행 연구와 일치하는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limitations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한계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16273F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28232" y="1755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ALSO IN THE FIELD · 학회에서 만날 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2066544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clinically meaningful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임상적으로 의미 있는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“2주 빨라서 뭐가 달라지냐”에 답할 때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generalisability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일반화 가능성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한계를 말할 때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confounder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교란 변수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다른 요인 탓 아니냐고 할 때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translation to practice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현장 적용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↳ 임상가가 “그래서 뭘 하냐”고 물을 때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4087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SAYING IT · 말할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4398264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These findings suggest that ~ may be prioritised early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Clinically, two weeks means ~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sample size limits generalisability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can't rule out ~ as a confounder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Future work should examine ~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2026-09-15T08:49:23Z</dcterms:created>
  <dcterms:modified xsi:type="dcterms:W3CDTF">2026-09-15T08:49:23Z</dcterms:modified>
</cp:coreProperties>
</file>
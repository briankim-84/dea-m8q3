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0540" cy="6858000"/>
  <p:notesSz cx="6858000" cy="121805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근황 수다편 — 가벼운 회차. 파고드는 건 Part 2에서만. 양쪽 다 답하는 룰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헤드라인 먼저 — 여기서 나온 것들 중 Part 2에서 파고들 것을 고르게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하이라이트는 장면으로 들어가게 — take me there. 로우는 감정 파기보다 경과 중심.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— Since We Last Talked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0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 — properly.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0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topic today. Just the backlog of life — one rule: both of us answer.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Been Going 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밀린 이야기 — 일·연구·일상, 넓게 빠르게.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09928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 — what's been going on? Give me the headlines first.”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96896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79192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“How's the clinic side been? Any patients that stayed on your mind?”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648456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are you with the IAS talk — and how do you feel about it?”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617720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“Anything small but good happen lately? Food, people, tiny wins?”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559552"/>
            <a:ext cx="10900380" cy="658368"/>
          </a:xfrm>
          <a:prstGeom prst="roundRect">
            <a:avLst>
              <a:gd name="adj" fmla="val 11111"/>
            </a:avLst>
          </a:prstGeom>
          <a:solidFill>
            <a:srgbClr val="1E3252"/>
          </a:solidFill>
          <a:ln w="762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614416"/>
            <a:ext cx="10388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been a while since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thing lately has been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been meaning to tell you about ~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 &amp; Lowlights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하나씩만 골라서 — 여기서만 깊게.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46504"/>
            <a:ext cx="10315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“Best moment since we last talked — take me there. What made it land?”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880360"/>
            <a:ext cx="10315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“And the low point — what happened, and how did you get through it?”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014216"/>
            <a:ext cx="10315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“Did anything change how you see your work — even slightly?”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138928"/>
            <a:ext cx="10900380" cy="658368"/>
          </a:xfrm>
          <a:prstGeom prst="roundRect">
            <a:avLst>
              <a:gd name="adj" fmla="val 11111"/>
            </a:avLst>
          </a:prstGeom>
          <a:solidFill>
            <a:srgbClr val="1E3252"/>
          </a:solidFill>
          <a:ln w="762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5193792"/>
            <a:ext cx="10388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high point was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low point was probably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got me through it was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back on it now,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Coming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몇 주 — 기대와 걱정.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09928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on the calendar that you're actually looking forward to?”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96896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79192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the one thing you're a bit nervous about?”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648456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“Between now and IAS — what has to happen, week by week?”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10900380" cy="877824"/>
          </a:xfrm>
          <a:prstGeom prst="roundRect">
            <a:avLst>
              <a:gd name="adj" fmla="val 9375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617720"/>
            <a:ext cx="103151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“And what do you want more of, day to day?”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559552"/>
            <a:ext cx="10900380" cy="658368"/>
          </a:xfrm>
          <a:prstGeom prst="roundRect">
            <a:avLst>
              <a:gd name="adj" fmla="val 11111"/>
            </a:avLst>
          </a:prstGeom>
          <a:solidFill>
            <a:srgbClr val="1E3252"/>
          </a:solidFill>
          <a:ln w="762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614416"/>
            <a:ext cx="10388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I'm looking forward to is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little nervous about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now and ~, I need to ~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to Be 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9384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backlog is cleared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밀린 이야기 정리 완료 — 다음 수업부터 다시 주제로 가요.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10712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sentences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3849624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June이 말한 문장들 중 좋은 것들이 L&amp;S 13 재료가 돼요.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45736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92040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5330952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IAS가 다가오는 만큼, 다음 회차들은 발표 준비 쪽으로 기울어갈 건지 수업에서 상의해요.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8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to have you back, June!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2026-08-18T23:36:35Z</dcterms:created>
  <dcterms:modified xsi:type="dcterms:W3CDTF">2026-08-18T23:36:35Z</dcterms:modified>
</cp:coreProperties>
</file>
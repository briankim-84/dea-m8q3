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· IAS 2026 · CLASS 12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Interview, Part One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Methods — in your own words, as if someone asked you after the talk.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question matters, and what nobody knew yet.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1 /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start simple. What is chronic ankle instability, and how common is it after a first ankle sprain?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about a minute.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Q1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simple. What is chronic ankle instability, and how common is it after a first ankle sprain?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ankle instability, or CAI, is a condition that develops after a lateral ankle sprain. People with CAI have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episodes of giving way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they often feel the ankle is unstable. It's very common —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40% of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people who have a first lateral ankle sprain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on to develop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episodes of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~% of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on to develop ~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2 /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kinds of problems do people with CAI have with balance — and why are dynamic tasks like landing especially important?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about a minute.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Q2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kinds of problems do people with CAI have with balance — and why are dynamic tasks like landing especially important?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main features of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CAI is impaired balance. It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linked to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deficits in postural control after the ligament injury. And the problem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most visible in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dynamic tasks, like jump landing.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matters because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poor control during landing may increase the risk of re-injury.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main features of ~ is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linked to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most visible in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matters because ~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3 /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study is about the ankle, but you're looking at the "core." Why look beyond the ankle itself?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about a minute.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Q3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study is about the ankle, but you're looking at the "core." Why look beyond the ankle itself?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postural control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more than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ankle. It also depends on sensorimotor control and core stability. The core provides proximal stability for distal mobility —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other words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stable center lets the limbs move well. And this idea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to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foot.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looked at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 the trunk core and the foot core.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more than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other words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to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looked at ~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4 /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mention two models — Panjabi's trunk core and McKeon's foot core. Can you explain each one, and what they have in common?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about a minute.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Q4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mention two models — Panjabi's trunk core and McKeon's foot core. Can you explain each one, and what they have in common?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Panjabi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trunk core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subsystems — passive, active, and neural — that work together to keep the spine stable. McKeon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same idea to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foot. The foot core also has passive, active, and neural subsystems.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have in common is that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one subsystem fails, overall stability is compromised. Together, they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a framework for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looking at both the proximal and the distal core.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as B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same idea to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have in common is that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a framework for ~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5 /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the previous research say about deficits at the foot level and at the trunk level in people with CAI?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about a minute.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Q5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previous research say about deficits at the foot level and at the trunk level in people with CAI?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foot level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people with CAI show weaker intrinsic foot muscles — atrophy and reduced toe flexor strength — and that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linked to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poor balance.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trunk level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studies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reported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reduced contractility of deep trunk muscles, like the transversus abdominis and the diaphragm. So there are deficits at both ends, and core weakness is considered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contributing factor to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~ level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linked to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have reported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contributing factor to ~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6 /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types of training have been studied before. So what's the gap — what did nobody know until your study, and what exactly did you set out to compare?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about a minute.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Q6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types of training have been studied before. So what's the gap — what did nobody know until your study, and what exactly did you set out to compare?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types of training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shown to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improve postural control in CAI. But two things were unclear. First, whether those effects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over to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dynamic, sport-like tasks such as landing. Second, the two approaches come from different ideas —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versus top-down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very few studies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compared them directly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compared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foot core training, trunk core training, and a control group on static balance, dynamic balance, and lower-extremity and trunk kinematics during landing.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shown to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over to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versus B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them directly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compared ~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 — clearly and briefly.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1 /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me through the overall design of the study in one or two sentences.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30 to 60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Q1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the overall design of the study in one or two sentences.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randomized, three-group, pretest–posttest design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assessed everyone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four-week intervention.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randomized, three-group, pretest–posttest design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 ~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2 /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could take part? How did you decide someone had CAI, and who did you exclude?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30 to 60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Q2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take part? How did you decide someone had CAI, and who did you exclude?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followed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International Ankle Consortium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Participants needed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significant lateral ankle sprain, with the first one at least a year ago, at least two episodes of giving way in the past six months, and IdFAI and FAAM scores that showed functional instability.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excluded anyone with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previous lower-limb surgery, an acute injury in the past three months, or a supervised exercise program in the past month.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followed ~ criteria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excluded anyone with ~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3 /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did you arrive at thirty participants, and how did you assign them to the three groups?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30 to 60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Q3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arrive at thirty participants, and how did you assign them to the three groups?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 priori power analysis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G*Power, which showed we needed thirty participants. We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sex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assigned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groups of ten — foot core, trunk core, and control — using a computer-generated sequence.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 priori power analysis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assigned to ~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4 /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did you measure static balance — what did participants actually do, and what did you calculate from it?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30 to 60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Q4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measure static balance — what did participants actually do, and what did you calculate from it?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barefoot on the involved leg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hands on the waist, for ten seconds —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eyes open and eyes closed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three trials each.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force plate,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calculated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center-of-pressure mean velocity, in total and in each direction, and the 95% ellipse area.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barefoot on the involved leg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eyes open and eyes closed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~, we calculated ~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5 /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the landing task. Can you describe it step by step, and explain what the DPSI tells you?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30 to 60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Q5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landing task. Can you describe it step by step, and explain what the DPSI tells you?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started at 40% of their height from the force plate,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forward over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30-centimeter hurdle, and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on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involved leg, holding the position for ten seconds. The DPSI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ground reaction forces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three directions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first three seconds after landing.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score means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better stability.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forward over ~ and landed on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~ in three directions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score means ~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6 /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did you capture the movement during landing? How did you define initial contact, and why did you focus on the first 200 milliseconds?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30 to 60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Q6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capture the movement during landing? How did you define initial contact, and why did you focus on the first 200 milliseconds?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520440"/>
          </a:xfrm>
          <a:prstGeom prst="roundRect">
            <a:avLst>
              <a:gd name="adj" fmla="val 207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a Vicon motion-capture system with 35 reflective markers,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with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force plate. Initial contact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defined as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frame where vertical force went above 20 newtons.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focused on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200 milliseconds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that's when the body has to absorb the landing and control the joints.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937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230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with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defined as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focused on ~ because ~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E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200ms를 고른 이유는 원고에 없어서 일반적인 근거로 넣었어요 — June에게 실제 이유 확인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7 /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the two training groups actually do? Give me a couple of example exercises from each program, and tell me how often they trained.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30 to 60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Q7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two training groups actually do? Give me a couple of example exercises from each program, and tell me how often they trained.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trained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times a week for four weeks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twelve supervised sessions of about thirty minutes. The foot core group did exercises that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intrinsic foot muscles, like the short-foot exercise and towel curls. The trunk core group did exercises for the deep abdominal muscles, like the abdominal drawing-in maneuver and planks. Both programs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progressively harder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four weeks.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times a week for four weeks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progressively harder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8 /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Q8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Briefly, how did you analyze the data? Why did you use SPM in addition to the standard ANOVA?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30 to 60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·  Q8  ·  ONE WAY TO SAY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Briefly, how did you analyze the data? Why did you use SPM in addition to the standard ANOVA?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561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a two-way mixed ANOVA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time, group, and their interaction. For the kinematic data, we also used statistical parametric mapping, or SPM.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is that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ANOVA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looks at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 points, like the angle at initial contact,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SPM looks at the whole 200-millisecond curve,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don't miss</a:t>
            </a:r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 that happen between those points.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303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EXPRESSIONS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is that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looks at A, while B ~      ·   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don't miss ~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2026-09-28T23:43:29Z</dcterms:created>
  <dcterms:modified xsi:type="dcterms:W3CDTF">2026-09-28T23:43:29Z</dcterms:modified>
</cp:coreProperties>
</file>
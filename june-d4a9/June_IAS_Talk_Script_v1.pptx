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0888" cy="6858000"/>
  <p:notesSz cx="6858000" cy="121808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6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4F830525-B993-44CB-A608-36B85586A60D}"/>
    <pc:docChg chg="custSel delSld modSld">
      <pc:chgData name="Brian Kim" userId="bfb6c6aebdabc740" providerId="LiveId" clId="{4F830525-B993-44CB-A608-36B85586A60D}" dt="2026-08-23T02:34:01.886" v="6" actId="47"/>
      <pc:docMkLst>
        <pc:docMk/>
      </pc:docMkLst>
      <pc:sldChg chg="delSp mod">
        <pc:chgData name="Brian Kim" userId="bfb6c6aebdabc740" providerId="LiveId" clId="{4F830525-B993-44CB-A608-36B85586A60D}" dt="2026-08-23T02:33:42.102" v="0" actId="478"/>
        <pc:sldMkLst>
          <pc:docMk/>
          <pc:sldMk cId="0" sldId="257"/>
        </pc:sldMkLst>
        <pc:spChg chg="del">
          <ac:chgData name="Brian Kim" userId="bfb6c6aebdabc740" providerId="LiveId" clId="{4F830525-B993-44CB-A608-36B85586A60D}" dt="2026-08-23T02:33:42.102" v="0" actId="478"/>
          <ac:spMkLst>
            <pc:docMk/>
            <pc:sldMk cId="0" sldId="257"/>
            <ac:spMk id="11" creationId="{00000000-0000-0000-0000-000000000000}"/>
          </ac:spMkLst>
        </pc:spChg>
      </pc:sldChg>
      <pc:sldChg chg="delSp mod">
        <pc:chgData name="Brian Kim" userId="bfb6c6aebdabc740" providerId="LiveId" clId="{4F830525-B993-44CB-A608-36B85586A60D}" dt="2026-08-23T02:33:46.812" v="1" actId="478"/>
        <pc:sldMkLst>
          <pc:docMk/>
          <pc:sldMk cId="0" sldId="258"/>
        </pc:sldMkLst>
        <pc:spChg chg="del">
          <ac:chgData name="Brian Kim" userId="bfb6c6aebdabc740" providerId="LiveId" clId="{4F830525-B993-44CB-A608-36B85586A60D}" dt="2026-08-23T02:33:46.812" v="1" actId="478"/>
          <ac:spMkLst>
            <pc:docMk/>
            <pc:sldMk cId="0" sldId="258"/>
            <ac:spMk id="11" creationId="{00000000-0000-0000-0000-000000000000}"/>
          </ac:spMkLst>
        </pc:spChg>
      </pc:sldChg>
      <pc:sldChg chg="delSp mod">
        <pc:chgData name="Brian Kim" userId="bfb6c6aebdabc740" providerId="LiveId" clId="{4F830525-B993-44CB-A608-36B85586A60D}" dt="2026-08-23T02:33:48.590" v="2" actId="478"/>
        <pc:sldMkLst>
          <pc:docMk/>
          <pc:sldMk cId="0" sldId="259"/>
        </pc:sldMkLst>
        <pc:spChg chg="del">
          <ac:chgData name="Brian Kim" userId="bfb6c6aebdabc740" providerId="LiveId" clId="{4F830525-B993-44CB-A608-36B85586A60D}" dt="2026-08-23T02:33:48.590" v="2" actId="478"/>
          <ac:spMkLst>
            <pc:docMk/>
            <pc:sldMk cId="0" sldId="259"/>
            <ac:spMk id="11" creationId="{00000000-0000-0000-0000-000000000000}"/>
          </ac:spMkLst>
        </pc:spChg>
      </pc:sldChg>
      <pc:sldChg chg="delSp mod">
        <pc:chgData name="Brian Kim" userId="bfb6c6aebdabc740" providerId="LiveId" clId="{4F830525-B993-44CB-A608-36B85586A60D}" dt="2026-08-23T02:33:51.361" v="3" actId="478"/>
        <pc:sldMkLst>
          <pc:docMk/>
          <pc:sldMk cId="0" sldId="260"/>
        </pc:sldMkLst>
        <pc:spChg chg="del">
          <ac:chgData name="Brian Kim" userId="bfb6c6aebdabc740" providerId="LiveId" clId="{4F830525-B993-44CB-A608-36B85586A60D}" dt="2026-08-23T02:33:51.361" v="3" actId="478"/>
          <ac:spMkLst>
            <pc:docMk/>
            <pc:sldMk cId="0" sldId="260"/>
            <ac:spMk id="11" creationId="{00000000-0000-0000-0000-000000000000}"/>
          </ac:spMkLst>
        </pc:spChg>
      </pc:sldChg>
      <pc:sldChg chg="delSp mod">
        <pc:chgData name="Brian Kim" userId="bfb6c6aebdabc740" providerId="LiveId" clId="{4F830525-B993-44CB-A608-36B85586A60D}" dt="2026-08-23T02:33:53.748" v="4" actId="478"/>
        <pc:sldMkLst>
          <pc:docMk/>
          <pc:sldMk cId="0" sldId="261"/>
        </pc:sldMkLst>
        <pc:spChg chg="del">
          <ac:chgData name="Brian Kim" userId="bfb6c6aebdabc740" providerId="LiveId" clId="{4F830525-B993-44CB-A608-36B85586A60D}" dt="2026-08-23T02:33:53.748" v="4" actId="478"/>
          <ac:spMkLst>
            <pc:docMk/>
            <pc:sldMk cId="0" sldId="261"/>
            <ac:spMk id="11" creationId="{00000000-0000-0000-0000-000000000000}"/>
          </ac:spMkLst>
        </pc:spChg>
      </pc:sldChg>
      <pc:sldChg chg="delSp mod">
        <pc:chgData name="Brian Kim" userId="bfb6c6aebdabc740" providerId="LiveId" clId="{4F830525-B993-44CB-A608-36B85586A60D}" dt="2026-08-23T02:33:55.824" v="5" actId="478"/>
        <pc:sldMkLst>
          <pc:docMk/>
          <pc:sldMk cId="0" sldId="262"/>
        </pc:sldMkLst>
        <pc:spChg chg="del">
          <ac:chgData name="Brian Kim" userId="bfb6c6aebdabc740" providerId="LiveId" clId="{4F830525-B993-44CB-A608-36B85586A60D}" dt="2026-08-23T02:33:55.824" v="5" actId="478"/>
          <ac:spMkLst>
            <pc:docMk/>
            <pc:sldMk cId="0" sldId="262"/>
            <ac:spMk id="11" creationId="{00000000-0000-0000-0000-000000000000}"/>
          </ac:spMkLst>
        </pc:spChg>
      </pc:sldChg>
      <pc:sldChg chg="del">
        <pc:chgData name="Brian Kim" userId="bfb6c6aebdabc740" providerId="LiveId" clId="{4F830525-B993-44CB-A608-36B85586A60D}" dt="2026-08-23T02:34:01.886" v="6" actId="4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85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모델링 순서: Brian이 통짜 시범 → 구간별로 June 따라하기 → June 혼자. 총 10분 기준(약 1,250단어).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or top 질문이 발표 전체의 훅 — 결론에서 다시 돌아옴.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구간은 청중 전원이 아는 지식이니 빠르게, 모르는 것(연구 공백)에서 속도를 늘추기.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SPM 설명 한 줄이 청중 서비스 — 방법론 질문 예방 효과.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p값 읽기: point-oh-one-six. 마지막 문단 전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문단이 임상적 의미의 핵심 — 천천히.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준비는 다음 회차 — 예상 질문 3개(정적 무변화 이유 / 트런크 훈련 무효과 이유 / 검정력).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 S   2 0 2 6   ·   O R A L   P R E S E N T A T I O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805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 Core vs Trunk Core Training in CAI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8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Postural Control Strategies · 10-minute talk script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8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script, June's voice — Brian models it first, then it becomes your practice text.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12180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짧은 쉬임  ·  // 긴 쉬임  ·  골드 = 강세  ·  구간별 목표 시간 표기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Morning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ing, everyone.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Jiyoon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University.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I'd like to talk about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ways of training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from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they do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movement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egies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people with chronic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instability.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question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want to leave with you: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if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is unstable,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tom,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from the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start with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ankle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sprain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people develop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ankle insta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ity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C-A-I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balance is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whole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moves differently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make up for it.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these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satory strategies.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core stability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here.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C-A-I,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cores are weak: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at the bottom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at the top.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balance tasks,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these patients show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movement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 around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unstable ankle.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what we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know: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if we train from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up,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from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actually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those strategies?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our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~2:15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here's what we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recruited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individuals with C-A-I,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International Ankle Con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tium criteria,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randomly split them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groups: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training,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training,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trol group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intervention.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groups completed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supervised sessions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utes each,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times a week,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weeks.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everyone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after the inter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single-leg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single-leg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landing.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control,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measured C-O-P velocity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sway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dy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control,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measured D-P-S-I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kine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legs and trunk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initial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 the first two hundred milli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onds after.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For the continuous data,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used statistical parametric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could see the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landing phase,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single points.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~2:15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what did we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honest part: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postural control outcomes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static and dynamic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 interactions.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of training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did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overall balance numbers.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this is the interesting part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single-leg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landing,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significant interactions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rotation: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initial contact,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equals point-oh-one-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 peak angle,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equals point-oh-oh-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here's the surprise.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It was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trunk training group.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group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reduced their trunk rotation —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other groups.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S-P-M analysis confirmed it: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two-hundred-millisecond window,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 core group showed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biggest im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reducing excessive trunk ro</a:t>
            </a: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r>
              <a:rPr lang="en-US" sz="11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tion. </a:t>
            </a:r>
            <a:r>
              <a:rPr lang="en-US" sz="11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does this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opening question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says: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from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stable,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trunk no longer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compensate so much.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bottom-up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chain effect: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foun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movement above it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calms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rehabili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tion,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message is practical: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adding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training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C-A-I protocols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a highly effective way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change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namic movement patterns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static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the same.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balance is one thing.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moment injuries actually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—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where foot core training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the </a:t>
            </a: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ference. </a:t>
            </a: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8887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11660" y="694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  ·   June · IAS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9726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up: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of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training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compensatory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rotation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landing —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trunk training itself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did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998" y="1298448"/>
            <a:ext cx="5340462" cy="4663440"/>
          </a:xfrm>
          <a:prstGeom prst="roundRect">
            <a:avLst>
              <a:gd name="adj" fmla="val 1961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454" y="1444752"/>
            <a:ext cx="490155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answer to a problem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…starts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very much.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be happy to take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</a:t>
            </a: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tions. </a:t>
            </a:r>
            <a:r>
              <a:rPr lang="en-US" sz="13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//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1167</Words>
  <Application>Microsoft Office PowerPoint</Application>
  <PresentationFormat>사용자 지정</PresentationFormat>
  <Paragraphs>155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1</cp:revision>
  <dcterms:created xsi:type="dcterms:W3CDTF">2026-08-22T15:45:46Z</dcterms:created>
  <dcterms:modified xsi:type="dcterms:W3CDTF">2026-08-23T02:34:04Z</dcterms:modified>
</cp:coreProperties>
</file>
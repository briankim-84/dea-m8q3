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· Q&amp;A CLASS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the Abstract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is written. Now say it out loud.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abstract come together?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hardest part to write?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194560"/>
          </a:xfrm>
          <a:prstGeom prst="roundRect">
            <a:avLst>
              <a:gd name="adj" fmla="val 37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came together once I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~하고 나니까 정리가 됐어요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I rewrote most was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많이 고쳐 쓴 건 ~예요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So, What's Your Paper About?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연구를 한 문장으로 말한다면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in the hallway. You have one sentence.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it again — without any jargon.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line, we looked at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말하면, 저희는 ~를 봤어요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~, basically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 ~에 대한 거예요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know whether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~인지 알고 싶었어요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Background, Method, Finding, So What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3분이면 충분해요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it in three minutes — no slides.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someone stop following you?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was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출발점은 ~였어요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was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한 건 ~예요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was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발견한 건 ~예요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Anyone Should Care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전공자 아닌 사람한테도 통하게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to someone outside your field.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a patient, a coach, or a clinic?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matters because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왜 중요하냐면 ~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we're filling is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채우려는 빈자리는 ~예요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holds up, ~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맞다면, ~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91672" cy="1920240"/>
          </a:xfrm>
          <a:prstGeom prst="roundRect">
            <a:avLst>
              <a:gd name="adj" fmla="val 428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46908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2026-09-01T07:18:11Z</dcterms:created>
  <dcterms:modified xsi:type="dcterms:W3CDTF">2026-09-01T07:18:11Z</dcterms:modified>
</cp:coreProperties>
</file>
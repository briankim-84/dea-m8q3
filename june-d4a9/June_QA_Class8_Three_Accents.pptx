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JUNE · Q&amp;A CLASS 8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Three Accents, Two Minutes Each</a:t>
            </a:r>
            <a:endParaRPr lang="en-US" sz="4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Danish, Irish, French. Listen for the claim, not every word.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English with Brian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TODAY WORKS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Six Short Pieces, Three Speakers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463040" y="166420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Listen without the script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대본 없이 2~3분 듣기. 다 알아들으려 하지 말고 주장만 잡기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22960" y="26334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463040" y="25603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One line — what's the claim?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이 PART가 주장하는 것 한 줄. 한국어여도 됨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3346704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22960" y="35295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463040" y="345643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Click once — the claim. Click again — the words.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클릭 ① 요지 확인 → 클릭 ② 그 구간의 단어·표현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4242816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22960" y="442569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463040" y="4352544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Listen again, then sort what you missed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못 들은 자리 다시 듣고, 셋으로 나누기 — 소리 규칙 / 용어 / 이름·숫자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5138928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22960" y="53218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2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463040" y="5248656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Then someone walks up to your poster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마지막 25분 — 오늘 화자 중 한 명이 June 포스터에 와서 묻는다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Timing:  6 parts × 12 min  ·  sorting 15 min  ·  poster 25 min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SPEAKER 1 · DENMARK · Michael Kjær — youtu.be/CiDPEiVWVLE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PART 1  ·  0:00 – 2:30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223760" cy="5074920"/>
          </a:xfrm>
          <a:prstGeom prst="roundRect">
            <a:avLst>
              <a:gd name="adj" fmla="val 162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15544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Can very old people still build muscle with training?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80~90대도 12주 근력운동으로 근육이 늘긴 하지만 2~3%뿐. 작은 근육일수록 비율로는 더 늘어서, 너무 늦은 시점이란 건 없다.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14400" y="3246120"/>
            <a:ext cx="65836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WORDS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cross-sectional area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근단면적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quadriceps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대퇴사두근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heavy resistance training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고강도 근력운동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scatter / scattering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값이 흩어짐, 편차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point of no return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되돌릴 수 없는 지점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counterparts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같은 조건의 젊은 사람들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by far less than ~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~보다 훨씬 적게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55280" y="1371600"/>
            <a:ext cx="3685032" cy="2377440"/>
          </a:xfrm>
          <a:prstGeom prst="roundRect">
            <a:avLst>
              <a:gd name="adj" fmla="val 346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211312" y="15361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EAR TRAPS · 자막도 틀린 자리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11312" y="1847088"/>
            <a:ext cx="322783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percent-wise (2:00) — 한 단어로 빠르게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point of no return (2:05)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“quite a scattering” (1:20)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83 to 93 year old (1:05) — 숫자 연속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55280" y="3886200"/>
            <a:ext cx="3685032" cy="2560320"/>
          </a:xfrm>
          <a:prstGeom prst="roundRect">
            <a:avLst>
              <a:gd name="adj" fmla="val 321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211312" y="40507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TERMS · 미리 알아야 잡히는 말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211312" y="4361688"/>
            <a:ext cx="322783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baseline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시작 시점 값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correlation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상관관계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adaptability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적응 능력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significant increase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유의한 증가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SPEAKER 1 · DENMARK · Michael Kjær — youtu.be/CiDPEiVWVLE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PART 2  ·  2:30 – 4:15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223760" cy="5074920"/>
          </a:xfrm>
          <a:prstGeom prst="roundRect">
            <a:avLst>
              <a:gd name="adj" fmla="val 162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15544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happens to muscle when you're stuck in bed — young versus old?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병으로 못 움직이면 노화보다 훨씬 빨리 근육을 잃는다. 젊은이는 누운 기간의 두 배면 되돌리지만, 노인은 네다섯 배가 걸리고 원래대로 못 돌아온다.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14400" y="3246120"/>
            <a:ext cx="65836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WORDS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immobilization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부동 — 움직이지 못함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hospitalization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입원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rehabilitation program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재활 프로그램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twice the time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두 배의 시간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four to five times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네다섯 배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regain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되찾다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reversed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회복된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55280" y="1371600"/>
            <a:ext cx="3685032" cy="2377440"/>
          </a:xfrm>
          <a:prstGeom prst="roundRect">
            <a:avLst>
              <a:gd name="adj" fmla="val 346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211312" y="15361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EAR TRAPS · 자막도 틀린 자리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11312" y="1847088"/>
            <a:ext cx="322783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diseased → deceased로 들림 (3:15)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cast → cask (3:20)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“with intervals” (2:35)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elderly · the elder (3:55)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55280" y="3886200"/>
            <a:ext cx="3685032" cy="2560320"/>
          </a:xfrm>
          <a:prstGeom prst="roundRect">
            <a:avLst>
              <a:gd name="adj" fmla="val 321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211312" y="40507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TERMS · 미리 알아야 잡히는 말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211312" y="4361688"/>
            <a:ext cx="322783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schematically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도식적으로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accelerated loss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가속된 손실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repeated disease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반복되는 질병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initial muscle mass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원래 근육량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SPEAKER 2 · IRELAND · Eamonn Delahunt — youtu.be/VILeC-4nHJE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PART 1  ·  0:00 – 1:15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223760" cy="5074920"/>
          </a:xfrm>
          <a:prstGeom prst="roundRect">
            <a:avLst>
              <a:gd name="adj" fmla="val 162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15544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Why does he say ankle sprains get ignored?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발목 염좌 후 복귀까지 중앙값 3일, 재발이면 하루. 그래서 발목 염좌는 별것 아닌 부상 취급을 받는다 — 그의 말로는 “몸에서 제일 홀대받는 부위”.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14400" y="3246120"/>
            <a:ext cx="65836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WORDS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median time to return to play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복귀까지 걸린 시간의 중앙값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recurrent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재발한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innocuous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별것 아닌, 해가 없는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expediently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빨리, 손쉽게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minimal treatment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최소한의 치료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neglected stepchild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홀대받는 의붓자식 (관용구)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hierarchy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서열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55280" y="1371600"/>
            <a:ext cx="3685032" cy="2377440"/>
          </a:xfrm>
          <a:prstGeom prst="roundRect">
            <a:avLst>
              <a:gd name="adj" fmla="val 346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211312" y="15361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EAR TRAPS · 자막도 틀린 자리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11312" y="1847088"/>
            <a:ext cx="322783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sprain → s-brain (0:25) — s 뒤 p가 약해짐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innocuous (0:35) — 강세 in-NOC-uous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articulated (1:00)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McKeon (1:05)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55280" y="3886200"/>
            <a:ext cx="3685032" cy="2560320"/>
          </a:xfrm>
          <a:prstGeom prst="roundRect">
            <a:avLst>
              <a:gd name="adj" fmla="val 321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211312" y="40507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TERMS · 미리 알아야 잡히는 말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211312" y="4361688"/>
            <a:ext cx="322783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peripheral musculoskeletal injury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말초 근골격 부상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local consequences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국소적 영향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perceived as ~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~로 여겨지다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SPEAKER 2 · IRELAND · Eamonn Delahunt — youtu.be/VILeC-4nHJE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PART 2  ·  1:15 – 4:30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223760" cy="5074920"/>
          </a:xfrm>
          <a:prstGeom prst="roundRect">
            <a:avLst>
              <a:gd name="adj" fmla="val 162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15544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did one ankle injury do to Barcelona?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2010-11 바르셀로나 60경기 중 메시가 발목을 다쳐 빠진 3경기 동안 경기당 득점이 2.6골에서 1.6골로 떨어졌다. 발목 염좌 하나가 팀 성적을 바꾼다.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14400" y="3246120"/>
            <a:ext cx="65836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WORDS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infographic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인포그래픽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consecutive draws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연속 무승부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mechanism of injury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부상 기전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contact mechanism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접촉에 의한 부상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injury database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부상 데이터베이스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goal average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경기당 평균 득점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trivia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잡담거리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significant injury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큰 부상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55280" y="1371600"/>
            <a:ext cx="3685032" cy="2377440"/>
          </a:xfrm>
          <a:prstGeom prst="roundRect">
            <a:avLst>
              <a:gd name="adj" fmla="val 346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211312" y="15361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EAR TRAPS · 자막도 틀린 자리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11312" y="1847088"/>
            <a:ext cx="322783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Escalofriante (3:05) — 스페인어, 소름 끼치는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Ujfaluši (3:10)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Ekstrand · Waldén · Hägglund (3:25)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Ballon d'Or (2:55)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55280" y="3886200"/>
            <a:ext cx="3685032" cy="2560320"/>
          </a:xfrm>
          <a:prstGeom prst="roundRect">
            <a:avLst>
              <a:gd name="adj" fmla="val 321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211312" y="40507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TERMS · 미리 알아야 잡히는 말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211312" y="4361688"/>
            <a:ext cx="322783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La Liga · Champions League · Copa del Rey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세 대회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third most common injury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세 번째로 흔한 부상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professional male soccer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남자 프로 축구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SPEAKER 3 · FRANCE · Romain Tourillon — youtu.be/oiukJodaQg4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PART 1  ·  3:15 – 5:30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223760" cy="5074920"/>
          </a:xfrm>
          <a:prstGeom prst="roundRect">
            <a:avLst>
              <a:gd name="adj" fmla="val 162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15544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Why the foot and ankle — and what's the gap he sees?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발과 발목은 뼈 26개, 관절 33개로 복잡한데도 제일 소홀히 다루는 부위다. 염좌는 스포츠에서 제일 흔한 부상인데 다들 서둘러 복귀시킨다.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14400" y="3246120"/>
            <a:ext cx="65836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WORDS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master thesis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석사 논문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foot and ankle complex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발·발목 복합체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biomechanical perspective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생체역학 관점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lateral ankle sprain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외측 발목 염좌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chronic instability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만성 불안정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traumatic injury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외상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big gap between ~ and ~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~와 ~의 큰 차이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26 bones, 33 joints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뼈 26개, 관절 33개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55280" y="1371600"/>
            <a:ext cx="3685032" cy="2377440"/>
          </a:xfrm>
          <a:prstGeom prst="roundRect">
            <a:avLst>
              <a:gd name="adj" fmla="val 346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211312" y="15361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EAR TRAPS · 자막도 틀린 자리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11312" y="1847088"/>
            <a:ext cx="322783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foot and ankle → “food and Inc” (3:35) — 어말 t 탈락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rehab → reab (4:05) — h 소리 없음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return to play (4:40) — 빠르게 붙여서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“I would say” — 문장마다 나오는 습관어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55280" y="3886200"/>
            <a:ext cx="3685032" cy="2560320"/>
          </a:xfrm>
          <a:prstGeom prst="roundRect">
            <a:avLst>
              <a:gd name="adj" fmla="val 321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211312" y="40507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TERMS · 미리 알아야 잡히는 말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211312" y="4361688"/>
            <a:ext cx="322783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pathology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병리, 질환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rapid return to play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빠른 복귀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insightful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통찰력 있는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forefoot / rearfoot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전족 / 후족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SPEAKER 3 · FRANCE · Romain Tourillon — youtu.be/oiukJodaQg4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PART 2  ·  8:30 – 11:00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223760" cy="5074920"/>
          </a:xfrm>
          <a:prstGeom prst="roundRect">
            <a:avLst>
              <a:gd name="adj" fmla="val 162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15544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does the arch do when you hit the ground?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땅을 디딜 때 발은 충격을 흡수하고, 차고 나갈 때 아치가 늘어났다 되돌아오며 힘을 낸다. 발가락은 힘을 내는 게 아니라 버티는 역할만 한다.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14400" y="3246120"/>
            <a:ext cx="65836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WORDS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locomotion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이동 — 걷기·달리기 전부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absorption phase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흡수 단계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propulsion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추진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negative work / positive work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음의 일 / 양의 일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store and release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저장했다 방출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recoil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되튐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ground reaction force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지면 반력</a:t>
            </a:r>
            <a:endParaRPr lang="en-US" sz="11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keep contact with the ground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지면과 접촉 유지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55280" y="1371600"/>
            <a:ext cx="3685032" cy="2377440"/>
          </a:xfrm>
          <a:prstGeom prst="roundRect">
            <a:avLst>
              <a:gd name="adj" fmla="val 346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211312" y="15361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EAR TRAPS · 자막도 틀린 자리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11312" y="1847088"/>
            <a:ext cx="322783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hit the ground → “eat” (8:45)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subtalar → “subt” (9:15) · talocrural → “T joint” (9:20)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midfoot → “mitos” (9:25)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propulsion → “prop” (10:00) · toes → “toos” (10:25)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55280" y="3886200"/>
            <a:ext cx="3685032" cy="2560320"/>
          </a:xfrm>
          <a:prstGeom prst="roundRect">
            <a:avLst>
              <a:gd name="adj" fmla="val 321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211312" y="40507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TERMS · 미리 알아야 잡히는 말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211312" y="4361688"/>
            <a:ext cx="322783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subtalar joint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거골하관절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talocrural joint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거퇴관절 — 발목 관절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midfoot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중족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arch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아치, 족궁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metatarsophalangeal (MTP)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중족지절 관절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SORTING WHAT YOU MISSED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Three Accents, Side by Side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같은 영어인데 어디가 다르게 들렸나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66160" cy="3657600"/>
          </a:xfrm>
          <a:prstGeom prst="roundRect">
            <a:avLst>
              <a:gd name="adj" fmla="val 2308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04672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DANISH · Kjær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2121408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Vowels come out short and flat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diseased → deceased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Final consonants go soft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cast → cask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Words run together at speed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percent-wise · point of no return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66160" cy="3657600"/>
          </a:xfrm>
          <a:prstGeom prst="roundRect">
            <a:avLst>
              <a:gd name="adj" fmla="val 2308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553712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IRISH · Delahunt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553712" y="2121408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Fast, and everything links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 after s goes soft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sprain → s-brain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Names — you can't guess them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Ekstrand · Hägglund · McKeon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Says it once, moves on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046720" y="1600200"/>
            <a:ext cx="3566160" cy="3657600"/>
          </a:xfrm>
          <a:prstGeom prst="roundRect">
            <a:avLst>
              <a:gd name="adj" fmla="val 2308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302752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FRENCH · Tourillon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302752" y="2121408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No h sound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rehab → reab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Final t and d drop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foot → food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Stress lands late in the word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bio-me-CHA-nics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“I would say” before everything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German talk had the same shape: th → s, w → v, z → s. Different accent, same job — find the rule, and the word comes back.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AT YOUR POSTER · 25 MIN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Someone Walks Up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오늘 화자 중 한 명이 와서 묻는다. Brian이 그 사람.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69494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1.  Twenty-one participants — what was that number based on?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2.  How did you define chronic ankle instability? Cumberland score, or self-report?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3.  Why foot core against trunk core — and not against a standard balance programme?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4.  “Earlier improvement” — earlier by how many weeks, and on which measure?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5.  Did you look at the arch at all — stiffness, or just the intrinsic muscles?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6.  I see patients once a week in Dublin. What do I actually do with this?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772400" y="1600200"/>
            <a:ext cx="3867912" cy="3931920"/>
          </a:xfrm>
          <a:prstGeom prst="roundRect">
            <a:avLst>
              <a:gd name="adj" fmla="val 2128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28432" y="1764792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ANSWERING · 답할 때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028432" y="2075688"/>
            <a:ext cx="3410712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That's a fair question — ~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 based it on ~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 used ~, because ~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On ~, it was about ~ weeks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honest answer is ~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 didn't measure ~ — that's the next step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In practice, I'd ~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Let me show you this panel — ~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2026-09-12T13:37:39Z</dcterms:created>
  <dcterms:modified xsi:type="dcterms:W3CDTF">2026-09-12T13:37:39Z</dcterms:modified>
</cp:coreProperties>
</file>
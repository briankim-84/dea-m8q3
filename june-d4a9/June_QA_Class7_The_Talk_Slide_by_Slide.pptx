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JUNE · Q&amp;A CLASS 7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Talk, Slide by Slide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paper is moving. Now build the ten minutes you'll stand up and say.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 the Paper Sits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How's the week been?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paper now — what's left?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been the hardest part to write?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 IT STANDS · 지금 상태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still working on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part that's taking longest is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basically done except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Once ~ is settled, I can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BEEN HARD · 어려웠던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I've been going back and forth on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keep rewriting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tricky part is saying ~ without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know what I mean — I just can't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1248156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12481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parameter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943100" y="61996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943100" y="6199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anchor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SLIDE 1 · OPENING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First Thirty Seconds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should this room care about ankles?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make them care in the first thirty seconds?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Who's sitting out there — clinicians, researchers, or both?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OPENING LINES · 첫마디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Every year, ~ people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you've ever ~, you know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Most of us assume ~ — but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Let me start with a number: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Ankle sprains are ~, and yet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FRAMING THE TALK · 이 발표가 뭔지 말하기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question we started with was simple: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we still don't know is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This talk is about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By the end of this, I hope you'll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Here's the problem in one sentence: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SLIDE 2 · THE GAP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Why Nobody Had Done This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Everyone knew CAI patients are weak in both the foot and the trunk. So what was missing?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do you say “nobody compared them” so it sounds like an opportunity, not a complaint?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did nobody do it — was it hard, or just unasked?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WE KNEW · 다들 아는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Previous work has shown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We've known for years that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two have been studied separately, but never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not that no one cared — it's that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WAS OPEN · 아직 아무도 안 한 것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hasn't been looked at is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 leaves clinicians guessing about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There's an open question here: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This is where our study comes in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saw an opportunity to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 we set out to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SLIDE 3 · THE DESIGN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Twenty-One People, Three Groups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twenty-one? Someone will ask.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did you need a control group at all?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Why eight weeks — why not four, why not twelve?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would you change if you ran it again?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EXPLAINING IT · 설명할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recruited ~ and assigned them to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Group one did ~, group two did ~, and the control group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chose ~ weeks because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measured ~ at baseline and again at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kept it simple on purpose, because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DEFENDING IT · 질문 받았을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sample size was driven by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needed a control group to rule out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a fair limitation —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design was constrained by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ran it again, I'd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SLIDE 4 · THE FINDINGS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Both Improved. Now What?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Both groups improved. How do you say foot core is better without overselling 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“Earlier improvement” — earlier by how much, and does that matter clinically?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one number you want them to remember?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SAYING THE RESULT · 결과를 말할 때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Both groups improved, but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difference showed up at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gap was clearest in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direction was consistent across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I had to pick one number, it's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Clinically, that means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3246120"/>
          </a:xfrm>
          <a:prstGeom prst="roundRect">
            <a:avLst>
              <a:gd name="adj" fmla="val 2535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STAYING HONEST · 과하게 말하지 않기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a small sample, so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be careful reading too much into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not claiming ~ — what we can say is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surprised us was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SLIDE 5 · SO WHAT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760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Last Sentence</a:t>
            </a:r>
            <a:endParaRPr lang="en-US" sz="2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should a clinician do differently after hearing your talk?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your last sentence — the one they carry out of the room?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Someone stands up and says “this is too small to matter.” What do you say?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0467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IT MEANS · 현장에선 뭐가 달라지나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this means in practice is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you're treating CAI patients,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We'd suggest starting with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not to say ~ doesn't matter —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next step would be ~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28232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CLOSING &amp; PUSHBACK · 마무리와 되받기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28232" y="3401568"/>
            <a:ext cx="502920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To close —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If you take one thing from this talk,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That's a fair point, and it's exactly why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Small, yes — but the effect was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I'd rather report a small honest result than ~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Happy to take questions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8640" y="59253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6199632"/>
            <a:ext cx="864108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48640" y="6199632"/>
            <a:ext cx="864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559052" y="61996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559052" y="6199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hidden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65476" y="6199632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2665476" y="61996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deploy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2026-09-09T01:48:48Z</dcterms:created>
  <dcterms:modified xsi:type="dcterms:W3CDTF">2026-09-09T01:48:48Z</dcterms:modified>
</cp:coreProperties>
</file>
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사람·필라테스·진로 어느 쪽으로든 열 수 있음. laundry·orbit·intimate·enroll·stumble이 이 슬라이드 안에 자연 배치 — 단어를 짚어주지 말고 June이 알아채게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await·artificial 배치. 두 태도 중 June의 실제 성향을 구체 사례로 끌어낼 것 — 추상 토론으로 뜨면 '최근에 뭘 기다려봤나'로 착지시키기.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midst·suspicious·tragic 배치. Talk 1의 사례를 여기서 재소환하면 대화가 원형으로 닫힘 — '아까 그 우연, 지금은 운명처럼 들리나?'. 다음 회차는 발표(Round One)로 복귀, W35 스포츠의학 단어와 맞물림.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· THREE CONVERSATIONS 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Stumbling Into Things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chance, luck, and the stories we tell afterward.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AA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Stumbled Into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16273F"/>
          </a:solidFill>
          <a:ln w="10160">
            <a:solidFill>
              <a:srgbClr val="2C3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45920"/>
            <a:ext cx="10104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good things in your life did you stumble into — not plan?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299923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9AA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Chance hides in ordinary places — an elevator, a laundry room, a class you almost skipped.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86791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remember the exact moment — where you were standing?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427024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feel important at the time, or only later?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4672584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drifted into your orbit completely by accident?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intimate friendships started at random?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5504688"/>
            <a:ext cx="10725912" cy="1060704"/>
          </a:xfrm>
          <a:prstGeom prst="roundRect">
            <a:avLst>
              <a:gd name="adj" fmla="val 6034"/>
            </a:avLst>
          </a:prstGeom>
          <a:solidFill>
            <a:srgbClr val="0C183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5852160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stumbled into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pure chance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happened to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wasn't part of the plan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led to another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~ on a whim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time,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hadn't ~, I'd never have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came out of nowhere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Waiting vs. Chasing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16273F"/>
          </a:solidFill>
          <a:ln w="10160">
            <a:solidFill>
              <a:srgbClr val="2C3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45920"/>
            <a:ext cx="10104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you invite luck — or only wait for it?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54787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the type to await things, or to go get them?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95020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blind date too artificial to count as a real beginning?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4352544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something to happen, what do you actually do differently?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chasing something ever chased it away?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5349240"/>
            <a:ext cx="10725912" cy="1060704"/>
          </a:xfrm>
          <a:prstGeom prst="roundRect">
            <a:avLst>
              <a:gd name="adj" fmla="val 6034"/>
            </a:avLst>
          </a:prstGeom>
          <a:solidFill>
            <a:srgbClr val="0C183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422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569671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myself in the way of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room for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force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found me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looking for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~ to chance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harder I chase ~, the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anyway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~ come to me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hoping ~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Chance Becomes Fate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16273F"/>
          </a:solidFill>
          <a:ln w="10160">
            <a:solidFill>
              <a:srgbClr val="2C3E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45920"/>
            <a:ext cx="10104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randomness look like destiny — once it's behind us?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54787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midst of it, did it feel like a story — or just noise?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95020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line up too perfectly, do you get suspicious?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4352544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even a tragic turn become part of a story you're grateful for?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5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find the meaning — or make it up afterward?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5349240"/>
            <a:ext cx="10725912" cy="1060704"/>
          </a:xfrm>
          <a:prstGeom prst="roundRect">
            <a:avLst>
              <a:gd name="adj" fmla="val 6034"/>
            </a:avLst>
          </a:prstGeom>
          <a:solidFill>
            <a:srgbClr val="0C183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422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569671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hindsight,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dots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fell into place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sense of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 much into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~ into a story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makes sense backwards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random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tell myself ~</a:t>
            </a:r>
            <a:pPr indent="0" marL="0">
              <a:buNone/>
            </a:pPr>
            <a:r>
              <a:rPr lang="en-US" sz="1350" dirty="0">
                <a:solidFill>
                  <a:srgbClr val="445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 ended up with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2026-08-26T00:32:25Z</dcterms:created>
  <dcterms:modified xsi:type="dcterms:W3CDTF">2026-08-26T00:32:25Z</dcterms:modified>
</cp:coreProperties>
</file>
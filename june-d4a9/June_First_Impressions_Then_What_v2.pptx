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0540" cy="6858000"/>
  <p:notesSz cx="6858000" cy="121805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대면 수업. Who We Let In 후속 — 그 수업이 특히 잘 맞았음. 형식 동일: 메인 질문 + DIG DEEPER, 모든 질문에 둘 다 답하기. 아크: 서로의 첫인상(실제 경험) → 첫인상의 한계(일반론) → 알려진다는 것(다시 개인). 지난 수업의 명제(first impressions는 대체로 맞다)를 서로에게 적용해보고 그 한계까지 가는 구조. TOOLS는 답이 막힐 때만 가리킬 것 — 먼저 보여주고 시작하지 않기.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사람 실제 경험이 재료라 대화가 확실히 굴러감. Brian도 솔직하게 답할 것 — 둘 다 답하기 규칙이 여기서 특히 중요. 세 번째 질문이 역방향이라 균형이 잡힐. TOOLS는 과거형 회상 패턴 — came across as / had you down as가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1의 개인 경험에서 일반론으로 넓히는 자리. 마지막 질문이 이 토크의 심장 — 사람이 변하는 건지 우리가 더 보게 되는 건지. TOOLS는 전부 논증용 패턴 — 주장할 때 잡게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다시 개인으로 들어오는 마무리. 두 번째 질문이 강함 — 오독과 무관심 중 무엇이 나은가. 세 번째 답이 다음 수업 소재가 될 수 있으니 기록해둘 것. TOOLS는 자기 기술 패턴 — 수업 끝까지 한 번씩은 쓰게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중 나온 June의 표현들은 수업 후 L&amp;S 재료로 — Talk별 진술+Q/A 형식으로 정리 가능. TOOLS 표현 중 실제로 쓴 것에 체크해둘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805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O   E N G L I S H   W I T H   B R I A 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423160"/>
            <a:ext cx="12180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June — First Impressions, Then What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05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talks — how we saw each other, what changed, and being known.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98430" y="4114800"/>
            <a:ext cx="6583680" cy="685800"/>
          </a:xfrm>
          <a:prstGeom prst="roundRect">
            <a:avLst>
              <a:gd name="adj" fmla="val 13333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98430" y="41148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rule: every question, both of us answer.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Version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0380" cy="1417320"/>
          </a:xfrm>
          <a:prstGeom prst="roundRect">
            <a:avLst>
              <a:gd name="adj" fmla="val 6452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1688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did you actually think of me the first time we met?”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you expect before we started?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59936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05656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there a moment you changed your mind?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82312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I get wrong about you?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04688"/>
            <a:ext cx="10900380" cy="896112"/>
          </a:xfrm>
          <a:prstGeom prst="roundRect">
            <a:avLst>
              <a:gd name="adj" fmla="val 8163"/>
            </a:avLst>
          </a:prstGeom>
          <a:solidFill>
            <a:srgbClr val="3D3A28"/>
          </a:solidFill>
          <a:ln w="8255">
            <a:solidFill>
              <a:srgbClr val="6B6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559552"/>
            <a:ext cx="10388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2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막힐 때 잡는 표현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came across as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(~한 사람처럼 보였어요)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half expected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(~일 줄 알았어요)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threw me off was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(의외였던 건 ~였어요)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wasn't until ~ that I realized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(~하고 나서야 ~를 알았어요)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had you down as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(~한 사람일 거라고 넘겨짚었어요)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0380" cy="1417320"/>
          </a:xfrm>
          <a:prstGeom prst="roundRect">
            <a:avLst>
              <a:gd name="adj" fmla="val 6452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1688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“When does a first impression stop being useful?”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long does it take you to really know someone?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59936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05656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anyone completely surprised you — in either direction?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82312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people change, or do we just see more?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04688"/>
            <a:ext cx="10900380" cy="896112"/>
          </a:xfrm>
          <a:prstGeom prst="roundRect">
            <a:avLst>
              <a:gd name="adj" fmla="val 8163"/>
            </a:avLst>
          </a:prstGeom>
          <a:solidFill>
            <a:srgbClr val="3D3A28"/>
          </a:solidFill>
          <a:ln w="8255">
            <a:solidFill>
              <a:srgbClr val="6B6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559552"/>
            <a:ext cx="10388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2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막힐 때 잡는 표현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only goes so far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(~만으로는 한계가 있어요)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tells you ~, but not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(~는 알려주지만 ~는 아니에요)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takes ~ before you really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(정말 ~하기까지는 ~가 걸려요)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tend to ~ until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(~하기 전까지는 대체로 ~해요)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more I ~, the more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(~할수록 ~해져요)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03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Being Known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0380" cy="1417320"/>
          </a:xfrm>
          <a:prstGeom prst="roundRect">
            <a:avLst>
              <a:gd name="adj" fmla="val 6452"/>
            </a:avLst>
          </a:prstGeom>
          <a:solidFill>
            <a:srgbClr val="16273F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1688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400" b="1" i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it comfortable or scary when someone reads you accurately?”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0723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429000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people usually get wrong about you?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059936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05656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you rather be misread — or not read at all?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900380" cy="603504"/>
          </a:xfrm>
          <a:prstGeom prst="roundRect">
            <a:avLst>
              <a:gd name="adj" fmla="val 12121"/>
            </a:avLst>
          </a:prstGeom>
          <a:solidFill>
            <a:srgbClr val="16273F"/>
          </a:solidFill>
          <a:ln w="7620">
            <a:solidFill>
              <a:srgbClr val="3E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82312"/>
            <a:ext cx="10351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something about you that takes a long time to show?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504688"/>
            <a:ext cx="10900380" cy="896112"/>
          </a:xfrm>
          <a:prstGeom prst="roundRect">
            <a:avLst>
              <a:gd name="adj" fmla="val 8163"/>
            </a:avLst>
          </a:prstGeom>
          <a:solidFill>
            <a:srgbClr val="3D3A28"/>
          </a:solidFill>
          <a:ln w="8255">
            <a:solidFill>
              <a:srgbClr val="6B62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5559552"/>
            <a:ext cx="103883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spc="120" kern="0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막힐 때 잡는 표현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assume I'm ~ when actually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(다들 제가 ~인 줄 아는데 사실은 ~예요)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I'd rather ~ than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(~하느니 ~하는 게 나아요)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 side of me that only ~ sees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(~만 보는 제 모습이 있어요)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takes a while before ~ shows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(~는 드러나는 데 시간이 걸려요)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don't mind ~, as long as ~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(~해도 괜찮아요, ~하기만 하면)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0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FINISH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03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Saw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0380" cy="1280160"/>
          </a:xfrm>
          <a:prstGeom prst="roundRect">
            <a:avLst>
              <a:gd name="adj" fmla="val 6429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9384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answer that surprised you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14400" y="2368296"/>
            <a:ext cx="1035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서로의 답 중에 의외였던 것 하나씩.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0900380" cy="1280160"/>
          </a:xfrm>
          <a:prstGeom prst="roundRect">
            <a:avLst>
              <a:gd name="adj" fmla="val 6429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92424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 we didn't finish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14400" y="3831336"/>
            <a:ext cx="1035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얘기하고 싶었던 질문 — 다음에 이어가요.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00380" cy="1280160"/>
          </a:xfrm>
          <a:prstGeom prst="roundRect">
            <a:avLst>
              <a:gd name="adj" fmla="val 6429"/>
            </a:avLst>
          </a:prstGeom>
          <a:solidFill>
            <a:srgbClr val="16273F"/>
          </a:solidFill>
          <a:ln w="8890">
            <a:solidFill>
              <a:srgbClr val="3E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55464"/>
            <a:ext cx="103517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E4C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sentence of the day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14400" y="5294376"/>
            <a:ext cx="10351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나온 표현 중 가져갈 문장 하나.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0" y="6217920"/>
            <a:ext cx="1218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week, June.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97260" y="65105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2026-08-13T22:49:46Z</dcterms:created>
  <dcterms:modified xsi:type="dcterms:W3CDTF">2026-08-13T22:49:46Z</dcterms:modified>
</cp:coreProperties>
</file>
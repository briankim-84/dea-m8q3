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2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62E23FF2-1210-41FB-990D-770A2E522D15}"/>
    <pc:docChg chg="custSel modSld">
      <pc:chgData name="Brian Kim" userId="bfb6c6aebdabc740" providerId="LiveId" clId="{62E23FF2-1210-41FB-990D-770A2E522D15}" dt="2026-10-13T14:17:37.768" v="710" actId="20577"/>
      <pc:docMkLst>
        <pc:docMk/>
      </pc:docMkLst>
      <pc:sldChg chg="modSp mod">
        <pc:chgData name="Brian Kim" userId="bfb6c6aebdabc740" providerId="LiveId" clId="{62E23FF2-1210-41FB-990D-770A2E522D15}" dt="2026-10-11T13:42:18.287" v="329" actId="20577"/>
        <pc:sldMkLst>
          <pc:docMk/>
          <pc:sldMk cId="0" sldId="258"/>
        </pc:sldMkLst>
        <pc:spChg chg="mod">
          <ac:chgData name="Brian Kim" userId="bfb6c6aebdabc740" providerId="LiveId" clId="{62E23FF2-1210-41FB-990D-770A2E522D15}" dt="2026-10-11T13:42:18.287" v="329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Brian Kim" userId="bfb6c6aebdabc740" providerId="LiveId" clId="{62E23FF2-1210-41FB-990D-770A2E522D15}" dt="2026-10-13T13:40:50.579" v="343" actId="20577"/>
        <pc:sldMkLst>
          <pc:docMk/>
          <pc:sldMk cId="0" sldId="259"/>
        </pc:sldMkLst>
        <pc:spChg chg="mod">
          <ac:chgData name="Brian Kim" userId="bfb6c6aebdabc740" providerId="LiveId" clId="{62E23FF2-1210-41FB-990D-770A2E522D15}" dt="2026-10-13T13:40:50.579" v="343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Brian Kim" userId="bfb6c6aebdabc740" providerId="LiveId" clId="{62E23FF2-1210-41FB-990D-770A2E522D15}" dt="2026-10-13T14:17:37.768" v="710" actId="20577"/>
        <pc:sldMkLst>
          <pc:docMk/>
          <pc:sldMk cId="0" sldId="260"/>
        </pc:sldMkLst>
        <pc:spChg chg="mod">
          <ac:chgData name="Brian Kim" userId="bfb6c6aebdabc740" providerId="LiveId" clId="{62E23FF2-1210-41FB-990D-770A2E522D15}" dt="2026-10-13T14:17:37.768" v="710" actId="20577"/>
          <ac:spMkLst>
            <pc:docMk/>
            <pc:sldMk cId="0" sldId="260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42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· IAS 2026 · CLASS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 the Discussion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Discussion is new this week. Tonight we don't edit it — we say it out loud until it sounds like you.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june14/a_la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5669280" cy="2377440"/>
          </a:xfrm>
          <a:prstGeom prst="rect">
            <a:avLst/>
          </a:prstGeom>
          <a:solidFill>
            <a:srgbClr val="10203A">
              <a:alpha val="86000"/>
            </a:srgbClr>
          </a:solidFill>
          <a:ln w="12700">
            <a:solidFill>
              <a:srgbClr val="1020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80560"/>
            <a:ext cx="5669280" cy="0"/>
          </a:xfrm>
          <a:prstGeom prst="line">
            <a:avLst/>
          </a:prstGeom>
          <a:noFill/>
          <a:ln w="12700">
            <a:solidFill>
              <a:srgbClr val="C9A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572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48646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time-by-group interaction, static or dynamic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43153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rotation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FCG −2.6° at contact, −4.0° at peak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99846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toward the standing leg = the compensation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74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20 MIN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530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Skeleton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143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numbers. Four sentences that carry the whole result.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50876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0488" y="16184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ASKS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90488" y="1920240"/>
            <a:ext cx="5266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one sentence — what happened to balance?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And what did change?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Which direction did the trunk move?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does the direction matter?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Say the whole thing again, no numbers, thirty seconds.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39319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0488" y="40416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GETS COMFORTABLE WITH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90488" y="4343400"/>
            <a:ext cx="5266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group improved balance more than the control.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change was trunk rotation — only in the foot core group.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rotation toward the standing leg.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toward the standing leg is how CAI patients compensate.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553212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0488" y="5623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90488" y="5897880"/>
            <a:ext cx="52669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june14/b_colleag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5669280" cy="2377440"/>
          </a:xfrm>
          <a:prstGeom prst="rect">
            <a:avLst/>
          </a:prstGeom>
          <a:solidFill>
            <a:srgbClr val="10203A">
              <a:alpha val="86000"/>
            </a:srgbClr>
          </a:solidFill>
          <a:ln w="12700">
            <a:solidFill>
              <a:srgbClr val="1020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80560"/>
            <a:ext cx="5669280" cy="0"/>
          </a:xfrm>
          <a:prstGeom prst="line">
            <a:avLst/>
          </a:prstGeom>
          <a:noFill/>
          <a:ln w="12700">
            <a:solidFill>
              <a:srgbClr val="C9A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572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48646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Drewes (4-wk SFE) and Lynn (4-wk SFE/towel curl) — no change either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43153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studies used reach tests, not landing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99846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limb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+ exercises that don't look like landing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74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25 MIN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530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Defending the Nulls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143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is a curious colleague, not an examiner. June explains why nothing else moved.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50876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0488" y="16184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ASKS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90488" y="1920240"/>
            <a:ext cx="5266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Isn't four weeks just too short?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 foot core training does nothing for balance?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stability score didn't move but the trunk did — what does that actually mean?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test standing still if you expected it to be too easy?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Would six weeks have changed the picture?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39319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0488" y="40416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GETS COMFORTABLE WITH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90488" y="4343400"/>
            <a:ext cx="5266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fair — four weeks is short. What we can say is …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that it didn't work; the static task may not be sensitive enough to show it.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movement strategy changed before the stability score did.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studies with the same exercises found the same thing.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553212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0488" y="5623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90488" y="5897880"/>
            <a:ext cx="52669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Although some papers suggested 8 weeks as minimum for the training however, my initial thought~ / To attempt as 4 weeks training which I thought it will at least show the positive data to see the differences 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june14/c_sca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5669280" cy="2377440"/>
          </a:xfrm>
          <a:prstGeom prst="rect">
            <a:avLst/>
          </a:prstGeom>
          <a:solidFill>
            <a:srgbClr val="10203A">
              <a:alpha val="86000"/>
            </a:srgbClr>
          </a:solidFill>
          <a:ln w="12700">
            <a:solidFill>
              <a:srgbClr val="1020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80560"/>
            <a:ext cx="5669280" cy="0"/>
          </a:xfrm>
          <a:prstGeom prst="line">
            <a:avLst/>
          </a:prstGeom>
          <a:noFill/>
          <a:ln w="12700">
            <a:solidFill>
              <a:srgbClr val="C9A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572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48646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 change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+4.0° at contact, +4.6° at peak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43153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change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+1.4° / +2.0°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99846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explanation for the TCG increase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74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 ·  15 MIN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530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Awkward One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143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trunk core group rotated more after training. Nobody will let that go.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50876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0488" y="16184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ASKS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90488" y="1920240"/>
            <a:ext cx="5266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Your trunk core group rotated more after training — did trunk training make it worse?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If a reviewer asks that on stage, what do you say?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 it noise, or is it real?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Could trunk training make people use the trunk more on purpose?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How do you say "I don't know" and still sound like the expert?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39319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0488" y="40416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GETS COMFORTABLE WITH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90488" y="4343400"/>
            <a:ext cx="5266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a clean explanation for that.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possibility is … but with ten per group, I'd be careful reading too much into it.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difference was between the two training groups.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something I'd want to test with a bigger sample.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553212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0488" y="5623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90488" y="5897880"/>
            <a:ext cx="52669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june14/d_on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5669280" cy="2377440"/>
          </a:xfrm>
          <a:prstGeom prst="rect">
            <a:avLst/>
          </a:prstGeom>
          <a:solidFill>
            <a:srgbClr val="10203A">
              <a:alpha val="86000"/>
            </a:srgbClr>
          </a:solidFill>
          <a:ln w="12700">
            <a:solidFill>
              <a:srgbClr val="1020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80560"/>
            <a:ext cx="5669280" cy="0"/>
          </a:xfrm>
          <a:prstGeom prst="line">
            <a:avLst/>
          </a:prstGeom>
          <a:noFill/>
          <a:ln w="12700">
            <a:solidFill>
              <a:srgbClr val="C9A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572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48646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core training may influence proximal movement control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43153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ending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single-component training may be insufficient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99846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in the paper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fits in ten minutes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74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 ·  10 MIN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530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143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room remembers one thing — which one?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50876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0488" y="16184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ASKS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90488" y="1920240"/>
            <a:ext cx="5266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If the audience remembers one sentence, what is it?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Option 1: Train the foot, and the trunk changes.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Option 2: One component isn't enough for CAI.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Which one does your data actually support?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Finish this: "If you remember one thing from this talk …"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39319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0488" y="40416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GETS COMFORTABLE WITH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90488" y="4343400"/>
            <a:ext cx="5266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the foot, and the trunk changed.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CAI rotate the trunk to stay upright — foot core training seemed to reduce the need for that.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think this is a bottom-up effect along the kinetic chain.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 from this talk, …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553212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0488" y="5623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" y="2103121"/>
            <a:ext cx="52669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r>
              <a:rPr lang="en-US" sz="1400" baseline="30000" dirty="0">
                <a:solidFill>
                  <a:schemeClr val="bg1"/>
                </a:solidFill>
              </a:rPr>
              <a:t>st</a:t>
            </a:r>
            <a:r>
              <a:rPr lang="en-US" sz="1400" dirty="0">
                <a:solidFill>
                  <a:schemeClr val="bg1"/>
                </a:solidFill>
              </a:rPr>
              <a:t> priority: intrinsic muscle exercise should be included in rehabilitation program for all CAI individual.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r>
              <a:rPr lang="en-US" sz="1400" baseline="30000" dirty="0">
                <a:solidFill>
                  <a:schemeClr val="bg1"/>
                </a:solidFill>
              </a:rPr>
              <a:t>nd</a:t>
            </a:r>
            <a:r>
              <a:rPr lang="en-US" sz="1400" dirty="0">
                <a:solidFill>
                  <a:schemeClr val="bg1"/>
                </a:solidFill>
              </a:rPr>
              <a:t> priority: bottom up approach shall be consider before top down approach.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r>
              <a:rPr lang="en-US" sz="1400" baseline="30000" dirty="0">
                <a:solidFill>
                  <a:schemeClr val="bg1"/>
                </a:solidFill>
              </a:rPr>
              <a:t>rd</a:t>
            </a:r>
            <a:r>
              <a:rPr lang="en-US" sz="1400" dirty="0">
                <a:solidFill>
                  <a:schemeClr val="bg1"/>
                </a:solidFill>
              </a:rPr>
              <a:t> part (biggest debate): 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june14/e_numb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5669280" cy="2377440"/>
          </a:xfrm>
          <a:prstGeom prst="rect">
            <a:avLst/>
          </a:prstGeom>
          <a:solidFill>
            <a:srgbClr val="10203A">
              <a:alpha val="86000"/>
            </a:srgbClr>
          </a:solidFill>
          <a:ln w="12700">
            <a:solidFill>
              <a:srgbClr val="1020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80560"/>
            <a:ext cx="5669280" cy="0"/>
          </a:xfrm>
          <a:prstGeom prst="line">
            <a:avLst/>
          </a:prstGeom>
          <a:noFill/>
          <a:ln w="12700">
            <a:solidFill>
              <a:srgbClr val="C9A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572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48646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Hurdle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cm, start at 40% of height, land on the involved leg, hold 10 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43153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 + first 200 ms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99846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ANOVA + SPM across the curve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74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 ·  15 MIN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530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Without Stumbling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143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in forty seconds, said smoothly. Then once more, faster.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50876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0488" y="16184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ASKS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90488" y="1920240"/>
            <a:ext cx="5266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How many people, how many groups?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How long, how often?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did they do — foot group first, then trunk group.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did you measure, in three words each?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Say all of it in forty seconds.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39319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0488" y="40416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GETS COMFORTABLE WITH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90488" y="4343400"/>
            <a:ext cx="5266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people with CAI, ten per group, stratified by sex.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sessions — thirty minutes, three times a week, four weeks.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foot exercises, sitting to standing to single-leg. Five trunk exercises, longer holds each week.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Single-leg balance, a hurdle landing, and motion capture — 35 markers.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553212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0488" y="5623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90488" y="5897880"/>
            <a:ext cx="52669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982</Words>
  <Application>Microsoft Office PowerPoint</Application>
  <PresentationFormat>와이드스크린</PresentationFormat>
  <Paragraphs>109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6</cp:revision>
  <dcterms:created xsi:type="dcterms:W3CDTF">2026-10-11T13:09:35Z</dcterms:created>
  <dcterms:modified xsi:type="dcterms:W3CDTF">2026-10-14T04:32:13Z</dcterms:modified>
</cp:coreProperties>
</file>
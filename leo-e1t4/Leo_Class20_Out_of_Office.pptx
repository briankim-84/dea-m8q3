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5F6CA614-F59F-4E6B-BB48-16DEA4E1E5CA}"/>
    <pc:docChg chg="custSel modSld">
      <pc:chgData name="Brian Kim" userId="bfb6c6aebdabc740" providerId="LiveId" clId="{5F6CA614-F59F-4E6B-BB48-16DEA4E1E5CA}" dt="2026-08-27T10:54:02.288" v="340" actId="20577"/>
      <pc:docMkLst>
        <pc:docMk/>
      </pc:docMkLst>
      <pc:sldChg chg="modSp mod">
        <pc:chgData name="Brian Kim" userId="bfb6c6aebdabc740" providerId="LiveId" clId="{5F6CA614-F59F-4E6B-BB48-16DEA4E1E5CA}" dt="2026-08-27T10:37:44.146" v="237" actId="20577"/>
        <pc:sldMkLst>
          <pc:docMk/>
          <pc:sldMk cId="0" sldId="257"/>
        </pc:sldMkLst>
        <pc:spChg chg="mod">
          <ac:chgData name="Brian Kim" userId="bfb6c6aebdabc740" providerId="LiveId" clId="{5F6CA614-F59F-4E6B-BB48-16DEA4E1E5CA}" dt="2026-08-27T10:37:44.146" v="237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Brian Kim" userId="bfb6c6aebdabc740" providerId="LiveId" clId="{5F6CA614-F59F-4E6B-BB48-16DEA4E1E5CA}" dt="2026-08-27T10:47:05.385" v="272" actId="20577"/>
        <pc:sldMkLst>
          <pc:docMk/>
          <pc:sldMk cId="0" sldId="258"/>
        </pc:sldMkLst>
        <pc:spChg chg="mod">
          <ac:chgData name="Brian Kim" userId="bfb6c6aebdabc740" providerId="LiveId" clId="{5F6CA614-F59F-4E6B-BB48-16DEA4E1E5CA}" dt="2026-08-27T10:47:05.385" v="272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5F6CA614-F59F-4E6B-BB48-16DEA4E1E5CA}" dt="2026-08-27T10:52:51.513" v="273" actId="1036"/>
        <pc:sldMkLst>
          <pc:docMk/>
          <pc:sldMk cId="0" sldId="259"/>
        </pc:sldMkLst>
        <pc:spChg chg="mod">
          <ac:chgData name="Brian Kim" userId="bfb6c6aebdabc740" providerId="LiveId" clId="{5F6CA614-F59F-4E6B-BB48-16DEA4E1E5CA}" dt="2026-08-27T10:52:51.513" v="273" actId="1036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Brian Kim" userId="bfb6c6aebdabc740" providerId="LiveId" clId="{5F6CA614-F59F-4E6B-BB48-16DEA4E1E5CA}" dt="2026-08-27T10:54:02.288" v="340" actId="20577"/>
        <pc:sldMkLst>
          <pc:docMk/>
          <pc:sldMk cId="0" sldId="260"/>
        </pc:sldMkLst>
        <pc:spChg chg="mod">
          <ac:chgData name="Brian Kim" userId="bfb6c6aebdabc740" providerId="LiveId" clId="{5F6CA614-F59F-4E6B-BB48-16DEA4E1E5CA}" dt="2026-08-27T10:54:02.288" v="340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89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CLASS 20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Office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you still think about — and the one you haven't taken yet.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your week been going?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at work that ate more time than it deserved?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weekend starting to take shape, or still blank?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5564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84832"/>
            <a:ext cx="5056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one of those weeks where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~한 그런 한 주였어요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time went into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대부분이 ~에 들어갔어요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finally got around to ~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드디어 ~까지 손이 갔어요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961388" y="449884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1388" y="44988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78124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8124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22960" y="5248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4126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I’ve been thinking all about~ (soccer shoes) / deposit / budget allocation, budget scheduling / I’ve not done it before / it took longer than expected / all over the place / concern / try not to push / 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Trip That Stuck With You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trip you still think about?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caught you off guard when you got there?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go wrong — and what did you do?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5564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84832"/>
            <a:ext cx="50566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 got to ~, I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도착하자마자 ~했어요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caught me off guard was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뜻밖이었던 건 ~였어요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nothing like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~랑은 전혀 달랐어요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ended up ~ing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~하게 됐어요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577340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77340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48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4126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overly excited / strict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One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have you been meaning to go?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 with someone — what actually works for you?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left tomorrow, could you fully unplug from work?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5564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84832"/>
            <a:ext cx="5056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meaning to ~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전부터 ~하려던 참이에요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is high on my list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내 목록에서 위쪽이에요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 get ~ off, I'd ~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쉴 수 있다면 ~할 거예요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48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49731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Close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we keep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sentence from today's Caught Today boxes — the one you'd actually say on a trip.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back to you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trip felt easier to talk about — the one you took, or the one you haven't?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91672" cy="2103120"/>
          </a:xfrm>
          <a:prstGeom prst="roundRect">
            <a:avLst>
              <a:gd name="adj" fmla="val 391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42428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35424"/>
            <a:ext cx="10515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 into the conversation instead of watching the toolbox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431</Words>
  <Application>Microsoft Office PowerPoint</Application>
  <PresentationFormat>와이드스크린</PresentationFormat>
  <Paragraphs>73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2026-08-26T12:57:01Z</dcterms:created>
  <dcterms:modified xsi:type="dcterms:W3CDTF">2026-08-27T11:03:30Z</dcterms:modified>
</cp:coreProperties>
</file>
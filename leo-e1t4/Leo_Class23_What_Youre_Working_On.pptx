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LEO · CLASS 23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What You're Working On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Back to the desk. Tell me what's on it.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WARM-UP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Catching Up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was your week?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Anything new?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194560"/>
          </a:xfrm>
          <a:prstGeom prst="roundRect">
            <a:avLst>
              <a:gd name="adj" fmla="val 37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was a ~ week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~한 한 주였어요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Nothing much, apart from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말고는 별일 없었어요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Actually, one thing 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아, 하나 있어요 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WORK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Right Now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Tell me what you're working on right now — what is it, and where does it sit in the product?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 decides what you build?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 work with the product side much?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big is the team?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working on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~를 하고 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sits between ~ and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~와 ~ 사이에 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way it works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돌아가는 방식은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decide it by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~로 정해요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Day to day, it's mostly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일상적으로는 주로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There are ~ of us on the team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팀은 ~명이에요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rebuild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51076" y="46360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51076" y="46360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retrieve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 BUSY WEEK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When It Piles Up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Was this a busy week?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makes a week busy for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 ever think about work after you log off?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switch off?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Some weeks all of that goes out the window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어떤 주는 그게 다 소용없어져요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catch myself ~ing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나도 모르게 ~하고 있더라고요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hard to switch off when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~일 땐 스위치가 잘 안 꺼져요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helps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도움이 되는 건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I've gotten better at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~는 예전보다 나아졌어요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piles up when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~하면 일이 쌓여요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deadline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847088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847088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ritual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THING YOU BUILT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What It Carries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Tell me about the thing you built — what is it, and what does it do?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 uses it?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happens if it breaks?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Is it done, or still going?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basically a ~ that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기본적으로 ~하는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it does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이게 하는 일은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has to handle ~ without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없이 ~를 감당해야 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If it goes down,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이게 멈추면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These days it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지금은 ~해요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never really done 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완전히 끝나진 않아요 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44018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440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outstanding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135124" y="4636008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135124" y="4636008"/>
            <a:ext cx="12481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conscious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2026-09-13T09:11:50Z</dcterms:created>
  <dcterms:modified xsi:type="dcterms:W3CDTF">2026-09-13T09:11:50Z</dcterms:modified>
</cp:coreProperties>
</file>
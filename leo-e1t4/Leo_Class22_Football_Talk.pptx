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· CLASS 22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Football Talk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team, the pitch, and why you keep going back.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Catching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the week?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watch anything this weekend?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011680"/>
          </a:xfrm>
          <a:prstGeom prst="roundRect">
            <a:avLst>
              <a:gd name="adj" fmla="val 4091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caught the ~ match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경기 봤어요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missed it, but I saw ~</a:t>
            </a: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놓쳤는데 ~는 봤어요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You Support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you support, and how did that start?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loyal to one team, or do you switch?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best match you've ever watched?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watch alone, or with people?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supported ~ since ~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~부터 ~를 응원해왔어요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never switch — ~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 안 바꿔요 —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one I've seen was ~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제가 본 최고 경기는 ~예요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watch it with ~</a:t>
            </a: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~랑 같이 보는 게 좋아요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1056132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636008"/>
            <a:ext cx="10561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751076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51076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PITCH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You, Playing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position do you play?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good at out there — and what are you not?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you play with these days?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or worst moment on the field?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usually play ~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보통 ~를 봐요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decent at ~, but ~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~는 괜찮은데 ~는 좀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shield the ball, but ~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공은 지킬 수 있는데 ~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one was when ~</a:t>
            </a: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최악은 ~했을 때였어요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55064" y="4636008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55064" y="4636008"/>
            <a:ext cx="115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GO BACK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Still Playing After All These Years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65376"/>
            <a:ext cx="5257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played for years. What keeps you going back?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give you that the gym doesn't?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still be playing at fifty?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</a:t>
            </a:r>
            <a:pPr indent="0" marL="0">
              <a:spcAft>
                <a:spcPts val="9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on the weeks you can't play?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5605272" cy="2834640"/>
          </a:xfrm>
          <a:prstGeom prst="roundRect">
            <a:avLst>
              <a:gd name="adj" fmla="val 290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373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057400"/>
            <a:ext cx="505663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keeps me going back is ~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나가게 되는 건 ~ 때문이에요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me ~ that ~ doesn't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~에는 없는 ~가 있어요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like to think I'll still ~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쉰 살에도 ~하고 있으면 좋겠어요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can't play, I ~</a:t>
            </a:r>
            <a:endParaRPr lang="en-US" sz="1450" dirty="0"/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못 뛰는 주엔 ~해요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WORDS</a:t>
            </a:r>
            <a:pPr indent="0" marL="0">
              <a:buNone/>
            </a:pPr>
            <a:r>
              <a:rPr lang="en-US" sz="11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지난주 단어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55064" y="4636008"/>
            <a:ext cx="864108" cy="384048"/>
          </a:xfrm>
          <a:prstGeom prst="roundRect">
            <a:avLst>
              <a:gd name="adj" fmla="val 50000"/>
            </a:avLst>
          </a:prstGeom>
          <a:solidFill>
            <a:srgbClr val="10203A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55064" y="4636008"/>
            <a:ext cx="8641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542239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TODAY</a:t>
            </a:r>
            <a:pPr indent="0" marL="0">
              <a:buNone/>
            </a:pPr>
            <a:r>
              <a:rPr lang="en-US" sz="115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수업 중 나온 문장을 여기에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2026-09-03T23:34:06Z</dcterms:created>
  <dcterms:modified xsi:type="dcterms:W3CDTF">2026-09-03T23:34:06Z</dcterms:modified>
</cp:coreProperties>
</file>
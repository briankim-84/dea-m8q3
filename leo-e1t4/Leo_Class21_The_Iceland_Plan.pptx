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120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110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4AA4DC32-6CC1-4E26-A7DA-0E5B13B5B901}"/>
    <pc:docChg chg="custSel modSld">
      <pc:chgData name="Brian Kim" userId="bfb6c6aebdabc740" providerId="LiveId" clId="{4AA4DC32-6CC1-4E26-A7DA-0E5B13B5B901}" dt="2026-09-02T10:51:55.536" v="979" actId="20577"/>
      <pc:docMkLst>
        <pc:docMk/>
      </pc:docMkLst>
      <pc:sldChg chg="modSp mod">
        <pc:chgData name="Brian Kim" userId="bfb6c6aebdabc740" providerId="LiveId" clId="{4AA4DC32-6CC1-4E26-A7DA-0E5B13B5B901}" dt="2026-09-02T10:34:54.509" v="457" actId="20577"/>
        <pc:sldMkLst>
          <pc:docMk/>
          <pc:sldMk cId="0" sldId="257"/>
        </pc:sldMkLst>
        <pc:spChg chg="mod">
          <ac:chgData name="Brian Kim" userId="bfb6c6aebdabc740" providerId="LiveId" clId="{4AA4DC32-6CC1-4E26-A7DA-0E5B13B5B901}" dt="2026-09-02T10:34:54.509" v="457" actId="20577"/>
          <ac:spMkLst>
            <pc:docMk/>
            <pc:sldMk cId="0" sldId="257"/>
            <ac:spMk id="16" creationId="{00000000-0000-0000-0000-000000000000}"/>
          </ac:spMkLst>
        </pc:spChg>
      </pc:sldChg>
      <pc:sldChg chg="modSp mod">
        <pc:chgData name="Brian Kim" userId="bfb6c6aebdabc740" providerId="LiveId" clId="{4AA4DC32-6CC1-4E26-A7DA-0E5B13B5B901}" dt="2026-09-02T10:40:24.090" v="676" actId="20577"/>
        <pc:sldMkLst>
          <pc:docMk/>
          <pc:sldMk cId="0" sldId="258"/>
        </pc:sldMkLst>
        <pc:spChg chg="mod">
          <ac:chgData name="Brian Kim" userId="bfb6c6aebdabc740" providerId="LiveId" clId="{4AA4DC32-6CC1-4E26-A7DA-0E5B13B5B901}" dt="2026-09-02T10:40:24.090" v="676" actId="20577"/>
          <ac:spMkLst>
            <pc:docMk/>
            <pc:sldMk cId="0" sldId="258"/>
            <ac:spMk id="11" creationId="{00000000-0000-0000-0000-000000000000}"/>
          </ac:spMkLst>
        </pc:spChg>
      </pc:sldChg>
      <pc:sldChg chg="modSp mod">
        <pc:chgData name="Brian Kim" userId="bfb6c6aebdabc740" providerId="LiveId" clId="{4AA4DC32-6CC1-4E26-A7DA-0E5B13B5B901}" dt="2026-09-02T10:44:24.277" v="798" actId="20577"/>
        <pc:sldMkLst>
          <pc:docMk/>
          <pc:sldMk cId="0" sldId="259"/>
        </pc:sldMkLst>
        <pc:spChg chg="mod">
          <ac:chgData name="Brian Kim" userId="bfb6c6aebdabc740" providerId="LiveId" clId="{4AA4DC32-6CC1-4E26-A7DA-0E5B13B5B901}" dt="2026-09-02T10:44:24.277" v="798" actId="20577"/>
          <ac:spMkLst>
            <pc:docMk/>
            <pc:sldMk cId="0" sldId="259"/>
            <ac:spMk id="14" creationId="{00000000-0000-0000-0000-000000000000}"/>
          </ac:spMkLst>
        </pc:spChg>
      </pc:sldChg>
      <pc:sldChg chg="modSp mod">
        <pc:chgData name="Brian Kim" userId="bfb6c6aebdabc740" providerId="LiveId" clId="{4AA4DC32-6CC1-4E26-A7DA-0E5B13B5B901}" dt="2026-09-02T10:51:55.536" v="979" actId="20577"/>
        <pc:sldMkLst>
          <pc:docMk/>
          <pc:sldMk cId="0" sldId="260"/>
        </pc:sldMkLst>
        <pc:spChg chg="mod">
          <ac:chgData name="Brian Kim" userId="bfb6c6aebdabc740" providerId="LiveId" clId="{4AA4DC32-6CC1-4E26-A7DA-0E5B13B5B901}" dt="2026-09-02T10:51:55.536" v="979" actId="20577"/>
          <ac:spMkLst>
            <pc:docMk/>
            <pc:sldMk cId="0" sldId="260"/>
            <ac:spMk id="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212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· CLASS 21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Iceland Plan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“someday” to an actual itinerary.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Catching Up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was the week — any soccer?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How's the new keyboard treating you?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377440"/>
          </a:xfrm>
          <a:prstGeom prst="roundRect">
            <a:avLst>
              <a:gd name="adj" fmla="val 346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far, it's ~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지금까지는 ~예요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turned out ~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알고 보니 ~였어요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605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453128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453128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559052" y="445312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9052" y="445312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laundry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22960" y="523951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ko-KR" alt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/ I haven’t played yet with new shoes / I will try not to (work) / I will not try to work -&gt; why this is grammatically incorrect / 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satisfied with the mx-master mouse /  unnecessary purchase / increase work efficiency / You can count on me / I’m confident / 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trust me / I’m ready / 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Plan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would you go, and for how long?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route — Reykjavik, and then what?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743200"/>
          </a:xfrm>
          <a:prstGeom prst="roundRect">
            <a:avLst>
              <a:gd name="adj" fmla="val 30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window is ~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 시기는 ~예요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give ~ days to ~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~에 ~일을 주고 싶어요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fly into ~ and out of ~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~로 들어가서 ~로 나올 거예요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12064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822960" y="523951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I’m not certain / The best window is September and October. / Iceberg &amp; Aurora &amp; northlights / I’d give at least 2 weeks to travel /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I’d fly into Helsinki and out of Helsinki /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Budget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the whole trip run you?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you spend, and where do you save?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743200"/>
          </a:xfrm>
          <a:prstGeom prst="roundRect">
            <a:avLst>
              <a:gd name="adj" fmla="val 30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 run in the ~ range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항공권은 ~대예요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budget around ~ for ~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~에 ~쯤 잡을 거예요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tour looks too cheap, I'd be suspicious of ~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투어가 너무 싸면 ~를 의심할 거예요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605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453128"/>
            <a:ext cx="134416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453128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22960" y="523951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Flights run in the 3m KRW range / I’d budget around 5m KRW for whole trip / tough call / 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Balance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days city, how many days nature?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Iceland or Palau first — and why?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377440"/>
          </a:xfrm>
          <a:prstGeom prst="roundRect">
            <a:avLst>
              <a:gd name="adj" fmla="val 346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is worth the detour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~는 돌아가서라도 가볼 만해요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fun is stumbling into ~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재미의 절반은 우연히 ~를 만나는 거죠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605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45312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45312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stumble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22960" y="523951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want to go Palau first. Because, the fun in Palau is watching sea animals. I wonder about the garden of god. / Palau is worth the travel</a:t>
            </a:r>
          </a:p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454</Words>
  <Application>Microsoft Office PowerPoint</Application>
  <PresentationFormat>와이드스크린</PresentationFormat>
  <Paragraphs>71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5</cp:revision>
  <dcterms:created xsi:type="dcterms:W3CDTF">2026-08-31T00:59:17Z</dcterms:created>
  <dcterms:modified xsi:type="dcterms:W3CDTF">2026-09-02T11:58:06Z</dcterms:modified>
</cp:coreProperties>
</file>
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29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B0CCCA81-0D86-49CF-B970-ADDB6445E41A}"/>
    <pc:docChg chg="custSel modSld">
      <pc:chgData name="Brian Kim" userId="bfb6c6aebdabc740" providerId="LiveId" clId="{B0CCCA81-0D86-49CF-B970-ADDB6445E41A}" dt="2026-09-16T04:04:21.541" v="932" actId="20577"/>
      <pc:docMkLst>
        <pc:docMk/>
      </pc:docMkLst>
      <pc:sldChg chg="modSp mod">
        <pc:chgData name="Brian Kim" userId="bfb6c6aebdabc740" providerId="LiveId" clId="{B0CCCA81-0D86-49CF-B970-ADDB6445E41A}" dt="2026-09-16T03:38:41.219" v="275" actId="20577"/>
        <pc:sldMkLst>
          <pc:docMk/>
          <pc:sldMk cId="0" sldId="258"/>
        </pc:sldMkLst>
        <pc:spChg chg="mod">
          <ac:chgData name="Brian Kim" userId="bfb6c6aebdabc740" providerId="LiveId" clId="{B0CCCA81-0D86-49CF-B970-ADDB6445E41A}" dt="2026-09-16T03:38:41.219" v="275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B0CCCA81-0D86-49CF-B970-ADDB6445E41A}" dt="2026-09-16T03:51:19.456" v="787" actId="20577"/>
        <pc:sldMkLst>
          <pc:docMk/>
          <pc:sldMk cId="0" sldId="259"/>
        </pc:sldMkLst>
        <pc:spChg chg="mod">
          <ac:chgData name="Brian Kim" userId="bfb6c6aebdabc740" providerId="LiveId" clId="{B0CCCA81-0D86-49CF-B970-ADDB6445E41A}" dt="2026-09-16T03:51:19.456" v="787" actId="20577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Brian Kim" userId="bfb6c6aebdabc740" providerId="LiveId" clId="{B0CCCA81-0D86-49CF-B970-ADDB6445E41A}" dt="2026-09-16T04:04:21.541" v="932" actId="20577"/>
        <pc:sldMkLst>
          <pc:docMk/>
          <pc:sldMk cId="0" sldId="260"/>
        </pc:sldMkLst>
        <pc:spChg chg="mod">
          <ac:chgData name="Brian Kim" userId="bfb6c6aebdabc740" providerId="LiveId" clId="{B0CCCA81-0D86-49CF-B970-ADDB6445E41A}" dt="2026-09-16T04:04:21.541" v="932" actId="20577"/>
          <ac:spMkLst>
            <pc:docMk/>
            <pc:sldMk cId="0" sldId="260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74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LEO · CLASS 24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Everyone Gets Wrong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Ten years in, and they still ask you to fix the printer.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was your week?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Anything new?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a ~ week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~한 한 주였어요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Nothing much, apart from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말고는 별일 없었어요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Actually, one thing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아, 하나 있어요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Same as usual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늘 그렇죠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Busier than I expected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생각보다 바빴어요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finally got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드디어 ~했어요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THEY THINK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People Think You Do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someone asks what you do,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they picture when you say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your parents think you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Has anyone ever asked you to fix their laptop?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usually just say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보통 그냥 ~라고 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People assume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사람들은 제가 ~하는 줄 알아요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picture me ~ing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~하는 모습을 떠올려요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My parents think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부모님은 제가 ~하는 줄 아세요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Everyone asks me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다들 ~에 대해 물어봐요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given up explaining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설명을 포기했어요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portfolio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4310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94310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outfit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I usually just say a server developer. / If you are using an app, I develop the background system. / If you click an app, all of the system backgrounds are what I developed. / They picture me like a hacker. 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YOU DO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You Actually Do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much of your week is actually writing code?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takes up the rest?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part nobody sees?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surprise your friends about a normal Tuesday?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Actually, most of it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사실 대부분은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Only about ~ percent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~%만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rest goes into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나머지는 ~에 들어가요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part nobody sees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아무도 안 보는 부분은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normal Tuesday is mostly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보통 화요일은 주로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less ~ and more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~보다는 ~에 가까워요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assemble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deploy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53512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953512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parameter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Actually, most of it is managing and controlling Claude instead of writing code. So about zero percent. / The part nobody sees is we create more flexible systems rather than just features as itself. / So far, I do not recognize anything it would surprise my friends. / My childhood friends are all telling me that my job is easy. Just working with Claude. / If I show my LLM system, they will find it interesting. But still think my job is easy.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MYTHS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Setting It Straight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“Programmers are antisocial” — true or not?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“AI will replace you” — what do you say to that?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“You must be good at math” — are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one thing you wish people understood?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one's half true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반은 맞아요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push back on that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좀 아니라고 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Honestly, you don't need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솔직히 ~는 필요 없어요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people miss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사람들이 놓치는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not that ~, it's that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~가 아니라 ~인 거죠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I could tell them one thing, it'd be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하나만 말할 수 있다면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hidden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toxic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65476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665476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If I could tell them one thing, it’d be even if Claude can make good code, developer will still have other job to do.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646</Words>
  <Application>Microsoft Office PowerPoint</Application>
  <PresentationFormat>와이드스크린</PresentationFormat>
  <Paragraphs>105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3</cp:revision>
  <dcterms:created xsi:type="dcterms:W3CDTF">2026-09-16T02:43:48Z</dcterms:created>
  <dcterms:modified xsi:type="dcterms:W3CDTF">2026-09-16T04:05:18Z</dcterms:modified>
</cp:coreProperties>
</file>
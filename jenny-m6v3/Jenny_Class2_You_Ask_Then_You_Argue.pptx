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 툴박스 실전 투입 — 새 표현 없음. Jenny가 인터뷰어, Brian이 게스트. 답변을 듣고 꼬리질문으로 파고드는지 관찰. 상담 때 긴장했던 레벨 재확인 기회.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에세이 형식이 뭐가 되든 통하는 구두 골격 5패턴. 예문 자체가 오늘 논제의 모범 흐름 한 세트 — 단, Jenny는 자기 구(district)로 새로 채워야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기출(광주 개최지 선정형)과 같은 근육. 3단계: 생각 30초 → 골격대로 개요 발화 → 풀 발화 2~3분. 나중에 실제 에세이 형식 확정되면 이 구조를 글로 옮기면 됨. 담론·변화형(유형 2)은 다음 회차.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회차 예고 = 유형 2 (담론·변화형). Jenny 레벨 관찰 메모 남길 것 — 상담 때 추정 3~4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· CLASS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Ask, Then You Argue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you're the interviewer. Then you make your case — out loud.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AA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YOU'RE THE INTERVIEWER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Brian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toolbox from Class 1 — use at least four: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0725912" cy="638251"/>
          </a:xfrm>
          <a:prstGeom prst="roundRect">
            <a:avLst>
              <a:gd name="adj" fmla="val 10029"/>
            </a:avLst>
          </a:prstGeom>
          <a:solidFill>
            <a:srgbClr val="16273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12848"/>
            <a:ext cx="10177272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drew you to ~?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915107"/>
            <a:ext cx="10725912" cy="638251"/>
          </a:xfrm>
          <a:prstGeom prst="roundRect">
            <a:avLst>
              <a:gd name="adj" fmla="val 10029"/>
            </a:avLst>
          </a:prstGeom>
          <a:solidFill>
            <a:srgbClr val="1627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79115"/>
            <a:ext cx="10177272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walk me through ~?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681374"/>
            <a:ext cx="10725912" cy="638251"/>
          </a:xfrm>
          <a:prstGeom prst="roundRect">
            <a:avLst>
              <a:gd name="adj" fmla="val 10029"/>
            </a:avLst>
          </a:prstGeom>
          <a:solidFill>
            <a:srgbClr val="16273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745382"/>
            <a:ext cx="10177272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~ mean to you?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4447642"/>
            <a:ext cx="10725912" cy="638251"/>
          </a:xfrm>
          <a:prstGeom prst="roundRect">
            <a:avLst>
              <a:gd name="adj" fmla="val 10029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511650"/>
            <a:ext cx="10177272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there a moment when ~?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5213909"/>
            <a:ext cx="10725912" cy="638251"/>
          </a:xfrm>
          <a:prstGeom prst="roundRect">
            <a:avLst>
              <a:gd name="adj" fmla="val 10029"/>
            </a:avLst>
          </a:prstGeom>
          <a:solidFill>
            <a:srgbClr val="16273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277917"/>
            <a:ext cx="10177272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say to someone who ~?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guest: Brian, an English coach. Find the question nobody else would ask.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SAY IT LIKE AN ESSAY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Skeleton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55648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my view,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제 생각엔 ~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125066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my view, Seongsu fits best.”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686507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50515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main reason is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가장 큰 이유는 ~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119933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main reason is the mix of old factories and new galleries.”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681374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45382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example,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예를 들면 ~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example, book cafes there already draw young readers.”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676242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740250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people say ~, but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~라고들 하지만, ~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5109667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 people say Gwanghwamun is the obvious choice, but it feels too official.”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671109"/>
            <a:ext cx="10725912" cy="866851"/>
          </a:xfrm>
          <a:prstGeom prst="roundRect">
            <a:avLst>
              <a:gd name="adj" fmla="val 7384"/>
            </a:avLst>
          </a:prstGeom>
          <a:solidFill>
            <a:srgbClr val="16273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735117"/>
            <a:ext cx="1017727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why ~</a:t>
            </a:r>
            <a:pPr indent="0" marL="0">
              <a:buNone/>
            </a:pPr>
            <a:r>
              <a:rPr lang="en-US" sz="13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그래서 ~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6104534"/>
            <a:ext cx="10177272" cy="39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why I'd pick Seongsu.”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25912" cy="1737360"/>
          </a:xfrm>
          <a:prstGeom prst="roundRect">
            <a:avLst>
              <a:gd name="adj" fmla="val 4211"/>
            </a:avLst>
          </a:prstGeom>
          <a:solidFill>
            <a:srgbClr val="16273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20240"/>
            <a:ext cx="10104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Seoul hosted a global book festival, which district would fit best — and why?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7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30 seconds. Korean is fine in your head.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7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out loud — one line per skeleton pattern.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7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answer — two to three minutes, no stopping.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Did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asked  </a:t>
            </a:r>
            <a:pPr indent="0" marL="0">
              <a:buNone/>
            </a:pPr>
            <a:r>
              <a:rPr lang="en-US" sz="17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steered a whole interview in English.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argued  </a:t>
            </a:r>
            <a:pPr indent="0" marL="0">
              <a:buNone/>
            </a:pPr>
            <a:r>
              <a:rPr lang="en-US" sz="17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full case, out loud, with a shape an essay can borrow.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indent="0" marL="0">
              <a:buNone/>
            </a:pPr>
            <a:r>
              <a:rPr lang="en-US" sz="17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second kind of question: what you think, both sides, and what's changing.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2026-08-23T23:35:44Z</dcterms:created>
  <dcterms:modified xsi:type="dcterms:W3CDTF">2026-08-23T23:35:44Z</dcterms:modified>
</cp:coreProperties>
</file>
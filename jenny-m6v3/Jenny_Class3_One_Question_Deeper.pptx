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· CLASS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Deeper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question starts it. The second one opens it.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Ask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about my week — start anywhere.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 what you actually want to know.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~, really?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정말로 어땠어요?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How was your week, really?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anything ~ this week?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주에 ~한 일 있었어요?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Did anything surprise you this week?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55064" y="445312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55064" y="445312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 Into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stop at my first answer — go one deeper.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the detail that interests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you ~?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 때문에 ~했어요?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What made you say yes?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walk me through ~?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차근차근 말해줄래요?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 you walk me through that morning?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say ~, do you mean ~?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~라고 하면 ~라는 뜻이에요?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When you say busy, do you mean tired?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 ask about your week — and I won't stop at the first answer.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your ground and give me more.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mean is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 말은 ~라는 거예요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What I mean is it wasn't boring — it was long.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you an example,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예를 들면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To give you an example, Monday started at six.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part of it, but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그것도 맞지만 ~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That's part of it, but the real reason is time.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Question Tonight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 tonight was the best one — yours or mine?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11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it open that a simple question wouldn't?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opened it was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대화를 연 질문은 ~였어요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The question that opened it was “what made you stay?”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added another dimension to ~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다른 면을 더해줬어요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It added another dimension to an ordinary story.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2026-08-31T00:59:17Z</dcterms:created>
  <dcterms:modified xsi:type="dcterms:W3CDTF">2026-08-31T00:59:17Z</dcterms:modified>
</cp:coreProperties>
</file>
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JENNY · CLASS 4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Weekend and the Money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ordinary topics. Go three questions deep.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How Was Your Weekend?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do this weekend?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were you with?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it a good weekend, or just a weekend?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spent most of it ~ing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대부분 ~하면서 보냈어요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Nothing special — I just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별거 없어요, 그냥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good, actually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좋았어요, 사실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needed a weekend like that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그런 주말이 필요했어요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occasionally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31136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231136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flexible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GOING DEEPER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Don't Stop at the First Answer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have made it better?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that a normal weekend for you?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was the last time you did something different?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made you pick that?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왜 그걸 골랐어요?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that a one-off, or do you ~ often?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그때만 그런 거예요, 아니면 자주 ~해요?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said ~ — what did you mean?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~라고 하셨는데, 무슨 뜻이에요?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still curious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~가 아직 궁금한데요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initially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4310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94310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hence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MONEY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 You Spent It On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last thing you bought?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Was it worth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spend money on without thinking?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last thing you regretted buying?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bought ~ last week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지난주에 ~를 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Worth every won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돈이 아깝지 않았어요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don't even think about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생각도 안 하고 써요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regretted it the next day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다음 날 후회했어요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you buy it again?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다시 살 거예요?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storage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shelf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TURN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Three Questions Deep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Pick one thing I said and go three questions deep.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did I give you a vague answer?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question you wanted to ask but didn't?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Going back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아까 ~ 얘기로 돌아가면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push on that a bit?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얘기 좀 더 여쭤도 될까요?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interesting — but you didn't say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흥미로운데, ~는 말씀 안 하셨어요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 what you're saying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그러니까 ~라는 말씀이죠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wise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63040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63040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successfully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2026-09-14T00:00:04Z</dcterms:created>
  <dcterms:modified xsi:type="dcterms:W3CDTF">2026-09-14T00:00:04Z</dcterms:modified>
</cp:coreProperties>
</file>
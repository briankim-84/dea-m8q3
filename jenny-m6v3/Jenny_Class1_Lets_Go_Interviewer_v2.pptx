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0540" cy="6858000"/>
  <p:notesSz cx="6858000" cy="121805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수업, 온라인. 오늘 확인: ① 실제 레벨 (3~4 추정 재확인) ② 영어논술 정체 ③ 목표 기관 (Brian이 직접 질문) ④ Jenny가 고른 소재 기록. 각 질문에서 시범수업 방식(답변→교정→다시)을 가볍게.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긴장 풀기. 여기서 레벨 1차 감. Round 2(Jenny가 묻는 차례)가 있다는 걸 미리 예고해 기대 형성.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입구 넓게 — 책 없어도 작가·음악·전시 뭐든. 여기서 고른 소재가 오늘의 재료. toolbox는 막혔을 때만 눈길 주게 — 먼저 자기 말로 하게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'좋아서요'를 넘는 질문 — Jenny의 사색 기질이 놀 자리. 답에서 나온 표현 즉석 업그레이드.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책이면 구절, 음악이면 소절, 작가면 말 한마디. 구체적 장면이 나오면 더 파기: What was happening in that scene?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정점 — 대상에서 자기 자신으로 넘어오는 질문. 여기서 나오는 답이 면접 자기소개·자소서의 원석.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Jenny가 인터뷰어. Brian이 게스트 — 소재는 그날 진짜 빠져 있는 것으로 솔직하게. Jenny의 '남들이 생각 못할 질문' 기질이 나오면 대본 밖 후속 질문도 환영한다고 말해줄 것. 컨셉(Let's go interviewer)을 첫 수업에서 실제로 살아보는 자리.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후 기록: 레벨 판단, 소재, 논술 정체, 기관 확인 결과.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80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O   E N G L I S H   W I T H   B R I A 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80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Jenny — Class 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80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Go, Interviewer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0" y="4069080"/>
            <a:ext cx="12180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great interview starts with someone who loves the questions.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We Begin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0380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75104"/>
            <a:ext cx="10351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Nice to see you again!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103517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your week?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310128"/>
            <a:ext cx="10900380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56432"/>
            <a:ext cx="10351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shape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14400" y="3877056"/>
            <a:ext cx="103517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questions, real answers — and then you take the interviewer's seat.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791456"/>
            <a:ext cx="10900380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937760"/>
            <a:ext cx="10351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promise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517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wrong answers here — only your answers.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9726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03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have you been into lately — a book, a writer, an album, anything?”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00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요즘 빠져 있는 것 — 책이든 작가든 음악이든, 뭐든 좋아요.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900380" cy="1920240"/>
          </a:xfrm>
          <a:prstGeom prst="roundRect">
            <a:avLst>
              <a:gd name="adj" fmla="val 4286"/>
            </a:avLst>
          </a:prstGeom>
          <a:solidFill>
            <a:srgbClr val="15243B"/>
          </a:solidFill>
          <a:ln w="7620">
            <a:solidFill>
              <a:srgbClr val="2C42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4256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get stuck 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4681728"/>
            <a:ext cx="103517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I've been really into ~ lately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요즘 ~에 푹 빠져 있어요</a:t>
            </a:r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days, I keep coming back to ~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요즘 자꾸 ~로 돌아가게 돼요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5815584"/>
            <a:ext cx="10351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  </a:t>
            </a:r>
            <a:pPr indent="0" marL="0">
              <a:buNone/>
            </a:pPr>
            <a:r>
              <a:rPr lang="en-US" sz="11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· an essay collection · a poet · a certain writer · an album · a song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9726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03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drew you to it?”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00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당신을 그것으로 끌어당겼나요?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900380" cy="1920240"/>
          </a:xfrm>
          <a:prstGeom prst="roundRect">
            <a:avLst>
              <a:gd name="adj" fmla="val 4286"/>
            </a:avLst>
          </a:prstGeom>
          <a:solidFill>
            <a:srgbClr val="15243B"/>
          </a:solidFill>
          <a:ln w="7620">
            <a:solidFill>
              <a:srgbClr val="2C42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4256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get stuck 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4681728"/>
            <a:ext cx="103517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drew me to it was ~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저를 끌어당긴 건 ~였어요</a:t>
            </a:r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was drawn to the way ~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~하는 방식에 끌렸어요</a:t>
            </a:r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first it was ~, but then ~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처음엔 ~였는데, 그러다 ~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5815584"/>
            <a:ext cx="10351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  </a:t>
            </a:r>
            <a:pPr indent="0" marL="0">
              <a:buNone/>
            </a:pPr>
            <a:r>
              <a:rPr lang="en-US" sz="11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· the first page · the voice · the mood · a friend's recommendation · pure chance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9726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03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“Is there a part that stayed with you?”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00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마음에 남아 있는 부분이 있나요?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900380" cy="1920240"/>
          </a:xfrm>
          <a:prstGeom prst="roundRect">
            <a:avLst>
              <a:gd name="adj" fmla="val 4286"/>
            </a:avLst>
          </a:prstGeom>
          <a:solidFill>
            <a:srgbClr val="15243B"/>
          </a:solidFill>
          <a:ln w="7620">
            <a:solidFill>
              <a:srgbClr val="2C42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4256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get stuck 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4681728"/>
            <a:ext cx="103517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 that stayed with me was ~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마음에 남은 부분은 ~였어요</a:t>
            </a:r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There's a line / scene where ~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~하는 구절/장면이 있어요</a:t>
            </a:r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still remember the moment when ~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~하던 순간이 아직도 기억나요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5815584"/>
            <a:ext cx="10351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  </a:t>
            </a:r>
            <a:pPr indent="0" marL="0">
              <a:buNone/>
            </a:pPr>
            <a:r>
              <a:rPr lang="en-US" sz="11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· a scene · a melody · the ending · the way it describes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9726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003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“Why do you think it stayed?”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00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그게 남았을까요?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900380" cy="1920240"/>
          </a:xfrm>
          <a:prstGeom prst="roundRect">
            <a:avLst>
              <a:gd name="adj" fmla="val 4286"/>
            </a:avLst>
          </a:prstGeom>
          <a:solidFill>
            <a:srgbClr val="15243B"/>
          </a:solidFill>
          <a:ln w="7620">
            <a:solidFill>
              <a:srgbClr val="2C42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4256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get stuck 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4681728"/>
            <a:ext cx="103517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think it's because ~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아마 ~ 때문인 것 같아요</a:t>
            </a:r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made me think about ~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~에 대해 생각하게 됐어요</a:t>
            </a:r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reminded me of ~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~를 떠올리게 했어요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5815584"/>
            <a:ext cx="10351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  </a:t>
            </a:r>
            <a:pPr indent="0" marL="0">
              <a:buNone/>
            </a:pPr>
            <a:r>
              <a:rPr lang="en-US" sz="11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experience · something I'd been feeling · a question I keep asking myself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9726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Turn to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2646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you're the interviewer. Ask Brian the same four questions — and follow wherever his answers go.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00380" cy="914400"/>
          </a:xfrm>
          <a:prstGeom prst="roundRect">
            <a:avLst>
              <a:gd name="adj" fmla="val 9000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854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148840"/>
            <a:ext cx="97573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have you been into lately — a book, a writer, an album, anything?”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40080" y="3099816"/>
            <a:ext cx="10900380" cy="914400"/>
          </a:xfrm>
          <a:prstGeom prst="roundRect">
            <a:avLst>
              <a:gd name="adj" fmla="val 9000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278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3191256"/>
            <a:ext cx="97573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drew you to it?”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40080" y="4142232"/>
            <a:ext cx="10900380" cy="914400"/>
          </a:xfrm>
          <a:prstGeom prst="roundRect">
            <a:avLst>
              <a:gd name="adj" fmla="val 9000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27024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4233672"/>
            <a:ext cx="97573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“Is there a part that stayed with you?”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40080" y="5184648"/>
            <a:ext cx="10900380" cy="914400"/>
          </a:xfrm>
          <a:prstGeom prst="roundRect">
            <a:avLst>
              <a:gd name="adj" fmla="val 9000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31266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5276088"/>
            <a:ext cx="97573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“Why do you think it stayed?”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9726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We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0380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75104"/>
            <a:ext cx="10351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answers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103517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questions, four real answers — and then you asked them yourself. That was an interview.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310128"/>
            <a:ext cx="10900380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56432"/>
            <a:ext cx="10351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next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14400" y="3877056"/>
            <a:ext cx="103517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class, we go deeper — new questions, new topics, your voice getting steadier.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791456"/>
            <a:ext cx="10900380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9525">
            <a:solidFill>
              <a:srgbClr val="3E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937760"/>
            <a:ext cx="10351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Until then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517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one thing in your pocket — a book, a song, a thought. Bring it next time.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0" y="6263640"/>
            <a:ext cx="1218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first class, Jenny. See you next time!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9726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2026-08-05T23:33:10Z</dcterms:created>
  <dcterms:modified xsi:type="dcterms:W3CDTF">2026-08-05T23:33:10Z</dcterms:modified>
</cp:coreProperties>
</file>
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07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2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BDA9AA3A-067E-44FC-8539-0A2FF2FE9E38}"/>
    <pc:docChg chg="custSel modSld">
      <pc:chgData name="Brian Kim" userId="bfb6c6aebdabc740" providerId="LiveId" clId="{BDA9AA3A-067E-44FC-8539-0A2FF2FE9E38}" dt="2026-10-29T08:37:37.087" v="761" actId="20577"/>
      <pc:docMkLst>
        <pc:docMk/>
      </pc:docMkLst>
      <pc:sldChg chg="modSp mod">
        <pc:chgData name="Brian Kim" userId="bfb6c6aebdabc740" providerId="LiveId" clId="{BDA9AA3A-067E-44FC-8539-0A2FF2FE9E38}" dt="2026-10-29T08:19:05.520" v="499" actId="20577"/>
        <pc:sldMkLst>
          <pc:docMk/>
          <pc:sldMk cId="0" sldId="257"/>
        </pc:sldMkLst>
        <pc:spChg chg="mod">
          <ac:chgData name="Brian Kim" userId="bfb6c6aebdabc740" providerId="LiveId" clId="{BDA9AA3A-067E-44FC-8539-0A2FF2FE9E38}" dt="2026-10-29T08:04:49.007" v="7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Brian Kim" userId="bfb6c6aebdabc740" providerId="LiveId" clId="{BDA9AA3A-067E-44FC-8539-0A2FF2FE9E38}" dt="2026-10-29T08:05:33.578" v="155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rian Kim" userId="bfb6c6aebdabc740" providerId="LiveId" clId="{BDA9AA3A-067E-44FC-8539-0A2FF2FE9E38}" dt="2026-10-29T08:06:27.023" v="29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rian Kim" userId="bfb6c6aebdabc740" providerId="LiveId" clId="{BDA9AA3A-067E-44FC-8539-0A2FF2FE9E38}" dt="2026-10-29T08:13:25.263" v="489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Brian Kim" userId="bfb6c6aebdabc740" providerId="LiveId" clId="{BDA9AA3A-067E-44FC-8539-0A2FF2FE9E38}" dt="2026-10-29T08:19:05.520" v="499" actId="20577"/>
          <ac:spMkLst>
            <pc:docMk/>
            <pc:sldMk cId="0" sldId="257"/>
            <ac:spMk id="20" creationId="{00000000-0000-0000-0000-000000000000}"/>
          </ac:spMkLst>
        </pc:spChg>
      </pc:sldChg>
      <pc:sldChg chg="addSp modSp mod">
        <pc:chgData name="Brian Kim" userId="bfb6c6aebdabc740" providerId="LiveId" clId="{BDA9AA3A-067E-44FC-8539-0A2FF2FE9E38}" dt="2026-10-29T08:33:08.415" v="604" actId="11529"/>
        <pc:sldMkLst>
          <pc:docMk/>
          <pc:sldMk cId="0" sldId="259"/>
        </pc:sldMkLst>
        <pc:spChg chg="mod">
          <ac:chgData name="Brian Kim" userId="bfb6c6aebdabc740" providerId="LiveId" clId="{BDA9AA3A-067E-44FC-8539-0A2FF2FE9E38}" dt="2026-10-29T08:33:03.565" v="603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Brian Kim" userId="bfb6c6aebdabc740" providerId="LiveId" clId="{BDA9AA3A-067E-44FC-8539-0A2FF2FE9E38}" dt="2026-10-29T08:28:43.284" v="521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Brian Kim" userId="bfb6c6aebdabc740" providerId="LiveId" clId="{BDA9AA3A-067E-44FC-8539-0A2FF2FE9E38}" dt="2026-10-29T08:30:00.331" v="598" actId="20577"/>
          <ac:spMkLst>
            <pc:docMk/>
            <pc:sldMk cId="0" sldId="259"/>
            <ac:spMk id="25" creationId="{00000000-0000-0000-0000-000000000000}"/>
          </ac:spMkLst>
        </pc:spChg>
        <pc:spChg chg="add">
          <ac:chgData name="Brian Kim" userId="bfb6c6aebdabc740" providerId="LiveId" clId="{BDA9AA3A-067E-44FC-8539-0A2FF2FE9E38}" dt="2026-10-29T08:33:08.415" v="604" actId="11529"/>
          <ac:spMkLst>
            <pc:docMk/>
            <pc:sldMk cId="0" sldId="259"/>
            <ac:spMk id="26" creationId="{7F815E16-D4F4-483E-941E-DAFF2AC9EB79}"/>
          </ac:spMkLst>
        </pc:spChg>
      </pc:sldChg>
      <pc:sldChg chg="modSp mod">
        <pc:chgData name="Brian Kim" userId="bfb6c6aebdabc740" providerId="LiveId" clId="{BDA9AA3A-067E-44FC-8539-0A2FF2FE9E38}" dt="2026-10-29T08:37:37.087" v="761" actId="20577"/>
        <pc:sldMkLst>
          <pc:docMk/>
          <pc:sldMk cId="0" sldId="260"/>
        </pc:sldMkLst>
        <pc:spChg chg="mod">
          <ac:chgData name="Brian Kim" userId="bfb6c6aebdabc740" providerId="LiveId" clId="{BDA9AA3A-067E-44FC-8539-0A2FF2FE9E38}" dt="2026-10-29T08:33:25.892" v="669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Brian Kim" userId="bfb6c6aebdabc740" providerId="LiveId" clId="{BDA9AA3A-067E-44FC-8539-0A2FF2FE9E38}" dt="2026-10-29T08:33:32.501" v="675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rian Kim" userId="bfb6c6aebdabc740" providerId="LiveId" clId="{BDA9AA3A-067E-44FC-8539-0A2FF2FE9E38}" dt="2026-10-29T08:34:06.182" v="713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Brian Kim" userId="bfb6c6aebdabc740" providerId="LiveId" clId="{BDA9AA3A-067E-44FC-8539-0A2FF2FE9E38}" dt="2026-10-29T08:37:37.087" v="761" actId="20577"/>
          <ac:spMkLst>
            <pc:docMk/>
            <pc:sldMk cId="0" sldId="260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91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148840"/>
            <a:ext cx="109728" cy="2011680"/>
          </a:xfrm>
          <a:prstGeom prst="rect">
            <a:avLst/>
          </a:prstGeom>
          <a:solidFill>
            <a:srgbClr val="E2B84A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· CLASS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5146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Interview, Then UBC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Part 1 · 면접 준비 계획 마무리 (한국어, 30분)   ·   Part 2 · UBC 이야기 (영어, 30분)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1/4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우리 수업은 영어 면접 준비예요. 면접이 정확히 어떻게 되는지부터 같이 적어요.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0CC6A"/>
                </a:solidFill>
                <a:latin typeface="Noto Sans KR"/>
                <a:ea typeface="Noto Sans KR"/>
                <a:cs typeface="Calibri" pitchFamily="34" charset="-120"/>
              </a:rPr>
              <a:t>날짜 · 장소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0" y="2148840"/>
            <a:ext cx="6446520" cy="65836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2176272"/>
            <a:ext cx="6263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End of December or beginning of Jan / At school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0CC6A"/>
                </a:solidFill>
                <a:latin typeface="Noto Sans KR"/>
                <a:ea typeface="Noto Sans KR"/>
                <a:cs typeface="Calibri" pitchFamily="34" charset="-120"/>
              </a:rPr>
              <a:t>영어 면접 — 몇 분 · 누가 · 몇 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3017520"/>
            <a:ext cx="6446520" cy="65836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3044952"/>
            <a:ext cx="6263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10 mins / foreign teacher &amp; local teacher who teaches English / 2 pax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0CC6A"/>
                </a:solidFill>
                <a:latin typeface="Noto Sans KR"/>
                <a:ea typeface="Noto Sans KR"/>
                <a:cs typeface="Calibri" pitchFamily="34" charset="-120"/>
              </a:rPr>
              <a:t>뭘 보고 묻나 (지원서 · 자소서 · 즉석 질문)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3886200"/>
            <a:ext cx="6446520" cy="65836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3913632"/>
            <a:ext cx="6263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IB based self intro. Fixed questions based but also other additional questions may ask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731520" y="4709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0CC6A"/>
                </a:solidFill>
                <a:latin typeface="Noto Sans KR"/>
                <a:ea typeface="Noto Sans KR"/>
                <a:cs typeface="Calibri" pitchFamily="34" charset="-120"/>
              </a:rPr>
              <a:t>국문 면접은 — 과외에서 (요일)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4754880"/>
            <a:ext cx="6446520" cy="65836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4782312"/>
            <a:ext cx="62636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Every Monday (an hour and half to 2 </a:t>
            </a:r>
            <a:r>
              <a:rPr lang="en-US" sz="1400" dirty="0" err="1">
                <a:solidFill>
                  <a:srgbClr val="F4EFE4"/>
                </a:solidFill>
                <a:latin typeface="Calibri"/>
              </a:rPr>
              <a:t>hrs</a:t>
            </a:r>
            <a:r>
              <a:rPr lang="en-US" sz="1400" dirty="0">
                <a:solidFill>
                  <a:srgbClr val="F4EFE4"/>
                </a:solidFill>
                <a:latin typeface="Calibri"/>
              </a:rPr>
              <a:t>) including self-intro in Korean</a:t>
            </a:r>
            <a:br>
              <a:rPr lang="en-US" sz="1400" dirty="0">
                <a:solidFill>
                  <a:srgbClr val="F4EFE4"/>
                </a:solidFill>
                <a:latin typeface="Calibri"/>
              </a:rPr>
            </a:br>
            <a:r>
              <a:rPr lang="en-US" sz="1400" dirty="0">
                <a:solidFill>
                  <a:srgbClr val="F4EFE4"/>
                </a:solidFill>
                <a:latin typeface="Calibri"/>
              </a:rPr>
              <a:t>Another tutoring for English essay – 2 </a:t>
            </a:r>
            <a:r>
              <a:rPr lang="en-US" sz="1400" dirty="0" err="1">
                <a:solidFill>
                  <a:srgbClr val="F4EFE4"/>
                </a:solidFill>
                <a:latin typeface="Calibri"/>
              </a:rPr>
              <a:t>hrs</a:t>
            </a:r>
            <a:r>
              <a:rPr lang="en-US" sz="1400" dirty="0">
                <a:solidFill>
                  <a:srgbClr val="F4EFE4"/>
                </a:solidFill>
                <a:latin typeface="Calibri"/>
              </a:rPr>
              <a:t> on every sat (has a homework)</a:t>
            </a:r>
          </a:p>
        </p:txBody>
      </p:sp>
      <p:sp>
        <p:nvSpPr>
          <p:cNvPr id="18" name="Shape 16"/>
          <p:cNvSpPr/>
          <p:nvPr/>
        </p:nvSpPr>
        <p:spPr>
          <a:xfrm>
            <a:off x="731520" y="5623560"/>
            <a:ext cx="11018520" cy="868680"/>
          </a:xfrm>
          <a:prstGeom prst="roundRect">
            <a:avLst>
              <a:gd name="adj" fmla="val 12632"/>
            </a:avLst>
          </a:prstGeom>
          <a:solidFill>
            <a:srgbClr val="1C3158"/>
          </a:solidFill>
          <a:ln w="19050">
            <a:solidFill>
              <a:srgbClr val="E2B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715000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면접에서 제일 걱정되는 건 뭐예요?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989320"/>
            <a:ext cx="10652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Speaking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2/4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Do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면접만. 순서는 이거고, 언제까지는 지금 같이 적어요.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내 이야기를 말로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UBC · 잘하는 것 · 힘들었던 일 · 왜 IB반 — 각각 1분, 안 보고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2286000" cy="548640"/>
          </a:xfrm>
          <a:prstGeom prst="rect">
            <a:avLst/>
          </a:prstGeom>
          <a:solidFill>
            <a:srgbClr val="0A1428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언제까지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21031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질문 유형별로 답하기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자기소개 · 힘들었던 일 · 찬반 의견 · 꼬리질문. 매 수업 10분 모의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4206240"/>
            <a:ext cx="2286000" cy="548640"/>
          </a:xfrm>
          <a:prstGeom prst="rect">
            <a:avLst/>
          </a:prstGeom>
          <a:solidFill>
            <a:srgbClr val="0A1428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언제까지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지원서에서 나올 질문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Olivia가 쓴 자소서·지원서를 보고 질문 뽑기 → 그걸로 모의면접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206240"/>
            <a:ext cx="2286000" cy="548640"/>
          </a:xfrm>
          <a:prstGeom prst="rect">
            <a:avLst/>
          </a:prstGeom>
          <a:solidFill>
            <a:srgbClr val="0A1428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언제까지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98280" y="21031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풀 모의면접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실제 시간·형식 그대로, 처음 보는 사람처럼. 적어도 세 번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281160" y="4206240"/>
            <a:ext cx="2286000" cy="548640"/>
          </a:xfrm>
          <a:prstGeom prst="rect">
            <a:avLst/>
          </a:prstGeom>
          <a:solidFill>
            <a:srgbClr val="0A1428"/>
          </a:solidFill>
          <a:ln w="12700">
            <a:solidFill>
              <a:srgbClr val="E2B8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언제까지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120640"/>
            <a:ext cx="11018520" cy="1325880"/>
          </a:xfrm>
          <a:prstGeom prst="roundRect">
            <a:avLst>
              <a:gd name="adj" fmla="val 8276"/>
            </a:avLst>
          </a:prstGeom>
          <a:solidFill>
            <a:srgbClr val="1C3158"/>
          </a:solidFill>
          <a:ln w="19050">
            <a:solidFill>
              <a:srgbClr val="E2B8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212080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바꾸고 싶은 거 / 더 하고 싶은 거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486400"/>
            <a:ext cx="10652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3/4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&amp; Rules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숙제는 하나 골라요. 규칙은 Brian 둘, Olivia 하나.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40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숙제 · 하나 고르기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수업에서 말한 답 하나를 30초 음성이나 영상으로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474720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예상 질문 하나 골라서 답 녹음해 보내기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4160520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다음 수업 질문 미리 받아서 답 생각해 오기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4846320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다른 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394960"/>
            <a:ext cx="4480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400" dirty="0">
              <a:solidFill>
                <a:srgbClr val="F4EFE4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21031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2240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2B84A"/>
                </a:solidFill>
                <a:latin typeface="Noto Sans KR"/>
                <a:ea typeface="Noto Sans KR"/>
                <a:cs typeface="Calibri" pitchFamily="34" charset="-120"/>
              </a:rPr>
              <a:t>규칙 3개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971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모르면 영어로 "I'm not sure, but…" 하고 계속 말하기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틀려도 문장은 </a:t>
            </a:r>
            <a:r>
              <a:rPr lang="en-US" sz="1600" dirty="0" err="1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끝까지</a:t>
            </a: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마치기</a:t>
            </a:r>
            <a:b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</a:br>
            <a:b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</a:br>
            <a:r>
              <a:rPr lang="en-US" sz="16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Call me as Brian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983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5257800"/>
            <a:ext cx="4937760" cy="777240"/>
          </a:xfrm>
          <a:prstGeom prst="rect">
            <a:avLst/>
          </a:prstGeom>
          <a:solidFill>
            <a:srgbClr val="1C315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Try to speak only English as much as possible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815E16-D4F4-483E-941E-DAFF2AC9EB79}"/>
              </a:ext>
            </a:extLst>
          </p:cNvPr>
          <p:cNvSpPr/>
          <p:nvPr/>
        </p:nvSpPr>
        <p:spPr>
          <a:xfrm>
            <a:off x="897467" y="2697480"/>
            <a:ext cx="382693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4/4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Checks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하나씩 물어보고 옆에 적어요.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자소서·지원서 — 어디까지 썼어요? 다음 수업에 가져올 수 있어요? (질문 뽑는 용도)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121408"/>
            <a:ext cx="5257800" cy="56692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48840"/>
            <a:ext cx="50749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All completed in Korean. Olivia to share with Brian via e-mail.</a:t>
            </a:r>
          </a:p>
        </p:txBody>
      </p:sp>
      <p:sp>
        <p:nvSpPr>
          <p:cNvPr id="10" name="Shape 8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국문 면접 과외 — 무슨 요일이에요? 거기선 뭘 해요?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3081528"/>
            <a:ext cx="5257800" cy="56692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108960"/>
            <a:ext cx="50749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Monday</a:t>
            </a:r>
          </a:p>
        </p:txBody>
      </p:sp>
      <p:sp>
        <p:nvSpPr>
          <p:cNvPr id="14" name="Shape 12"/>
          <p:cNvSpPr/>
          <p:nvPr/>
        </p:nvSpPr>
        <p:spPr>
          <a:xfrm>
            <a:off x="731520" y="4133088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원어민 전화영어 — 계속하고 있어요? 주제는요?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4041648"/>
            <a:ext cx="5257800" cy="56692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069080"/>
            <a:ext cx="50749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Not sure yet to pursue continuously.</a:t>
            </a:r>
          </a:p>
        </p:txBody>
      </p:sp>
      <p:sp>
        <p:nvSpPr>
          <p:cNvPr id="18" name="Shape 16"/>
          <p:cNvSpPr/>
          <p:nvPr/>
        </p:nvSpPr>
        <p:spPr>
          <a:xfrm>
            <a:off x="731520" y="5093208"/>
            <a:ext cx="310896" cy="310896"/>
          </a:xfrm>
          <a:prstGeom prst="rect">
            <a:avLst/>
          </a:prstGeom>
          <a:solidFill>
            <a:srgbClr val="0A1428"/>
          </a:solidFill>
          <a:ln w="15875">
            <a:solidFill>
              <a:srgbClr val="E2B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4983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EFE4"/>
                </a:solidFill>
                <a:latin typeface="Noto Sans KR"/>
                <a:ea typeface="Noto Sans KR"/>
                <a:cs typeface="Calibri" pitchFamily="34" charset="-120"/>
              </a:rPr>
              <a:t>우리 수업 요일·시간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5001768"/>
            <a:ext cx="5257800" cy="566928"/>
          </a:xfrm>
          <a:prstGeom prst="rect">
            <a:avLst/>
          </a:prstGeom>
          <a:solidFill>
            <a:srgbClr val="1C3158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5029200"/>
            <a:ext cx="50749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FE4"/>
                </a:solidFill>
                <a:latin typeface="Calibri"/>
              </a:rPr>
              <a:t>Twice a week and an hour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WARM-UP · 5 MIN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ones first.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고르기만 하면 돼요. 이유는 한 문장.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579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school today?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42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good  ·  just okay  ·  long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What was the best part?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3580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06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have for lunch?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74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lunch  ·  something from home  ·  I skipped it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Was it good?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968496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68496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23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class, what are you doing?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074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·  phone  ·  dinner  ·  nothing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Which one do you wish you were doing?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901184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90118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56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morning person or a night person?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3400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 ·  night  ·  neither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What time did you sleep last night?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UBC CAMP · 15 MIN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about UBC.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고르고 → 왜 → 하나만 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579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think of the camp, what comes first?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42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 ·  the campus  ·  the classes  ·  the food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Tell me about that.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3580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06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you talk to the most?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74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roommate  ·  a teacher  ·  another Korean kid  ·  someone from another country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What did you talk about?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968496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68496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23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074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people  ·  speaking up  ·  being away from home  ·  the food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What did you do about it?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901184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90118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56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 you still remember?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3400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 ·  a trip  ·  a conversation  ·  the last day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Walk me through it.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830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LOOKING AHEAD · 10 MIN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now — IB?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6"/>
                </a:solidFill>
                <a:latin typeface="Noto Sans KR"/>
                <a:ea typeface="Noto Sans KR"/>
                <a:cs typeface="Calibri" pitchFamily="34" charset="-120"/>
              </a:rPr>
              <a:t>영어로 어디까지 가는지 보는 자리. 막히면 한국어로 받아도 돼요.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579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IB class and not a regular one?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42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·  the way they teach  ·  going abroad later  ·  my parents' idea first, now mine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Say more.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35808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06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 years, where do you see yourself?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74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 ·  Canada  ·  somewhere else  ·  no idea yet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What would you be doing?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968496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68496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23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in, what's the first thing you'll do?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074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friend  ·  sleep  ·  eat something  ·  cry a little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And if you don't?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901184"/>
            <a:ext cx="10972800" cy="841248"/>
          </a:xfrm>
          <a:prstGeom prst="roundRect">
            <a:avLst>
              <a:gd name="adj" fmla="val 13043"/>
            </a:avLst>
          </a:prstGeom>
          <a:solidFill>
            <a:srgbClr val="16284A"/>
          </a:solidFill>
          <a:ln w="19050">
            <a:solidFill>
              <a:srgbClr val="2A44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90118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0C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56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want me to know about you.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3400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  </a:t>
            </a:r>
            <a:r>
              <a:rPr lang="en-US" sz="1350" dirty="0">
                <a:solidFill>
                  <a:srgbClr val="F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quiet but ~  ·  I'm better at ~ than people think  ·  I'm nervous about ~</a:t>
            </a: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Thank you. That helps.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968</Words>
  <Application>Microsoft Office PowerPoint</Application>
  <PresentationFormat>와이드스크린</PresentationFormat>
  <Paragraphs>133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Noto Sans KR</vt:lpstr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2026-10-29T06:56:48Z</dcterms:created>
  <dcterms:modified xsi:type="dcterms:W3CDTF">2026-10-30T01:59:44Z</dcterms:modified>
</cp:coreProperties>
</file>
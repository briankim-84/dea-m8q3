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 ·  60-Second Speech  ·  Roleplay  ·  Quiz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EXPRESSIONS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#11–20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Check each expression as Frank uses it naturally in conversation.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677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231136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end 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487168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~하게 되다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54780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ended up staying an extra day."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809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2944368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no wonder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3200400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어쩐지, ~할 만하다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54780" y="2944368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wonder she's tired — she's been traveling all week."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02736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941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365760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get the hang of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3913632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요령을 잡다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54780" y="3657600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took a while, but I'm finally getting the hang of it."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4074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4370832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be all over the place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4626864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정신없다, 중구난방이다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54780" y="4370832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schedule has been all over the place this month."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120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78992" y="5084064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take it easy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78992" y="5340096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여유를 갖다, 무리하지 않다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54780" y="5084064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should take it easy this weekend."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5060" y="2176272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35" name="Text 33"/>
          <p:cNvSpPr/>
          <p:nvPr/>
        </p:nvSpPr>
        <p:spPr>
          <a:xfrm>
            <a:off x="6332220" y="22677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25412" y="2231136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loop someone in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5412" y="2487168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대화에 포함시키다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49840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me loop in our logistics team on this."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5060" y="2889504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40" name="Text 38"/>
          <p:cNvSpPr/>
          <p:nvPr/>
        </p:nvSpPr>
        <p:spPr>
          <a:xfrm>
            <a:off x="6332220" y="29809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25412" y="2944368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get the ball rolling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25412" y="3200400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일을 시작하다, 추진하다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49840" y="2944368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get the ball rolling on the new order."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5060" y="3602736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45" name="Text 43"/>
          <p:cNvSpPr/>
          <p:nvPr/>
        </p:nvSpPr>
        <p:spPr>
          <a:xfrm>
            <a:off x="6332220" y="36941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25412" y="365760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on the same page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25412" y="3913632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이해를 공유하다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49840" y="3657600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want to make sure we're on the same page."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95060" y="4315968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50" name="Text 48"/>
          <p:cNvSpPr/>
          <p:nvPr/>
        </p:nvSpPr>
        <p:spPr>
          <a:xfrm>
            <a:off x="6332220" y="44074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5412" y="4370832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talk someone through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25412" y="4626864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단계별로 설명해주다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149840" y="4370832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talk me through the delivery schedule?"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95060" y="5029200"/>
            <a:ext cx="5417820" cy="640080"/>
          </a:xfrm>
          <a:prstGeom prst="roundRect">
            <a:avLst>
              <a:gd name="adj" fmla="val 7143"/>
            </a:avLst>
          </a:prstGeom>
          <a:solidFill>
            <a:srgbClr val="243B5E"/>
          </a:solidFill>
          <a:ln/>
        </p:spPr>
      </p:sp>
      <p:sp>
        <p:nvSpPr>
          <p:cNvPr id="55" name="Text 53"/>
          <p:cNvSpPr/>
          <p:nvPr/>
        </p:nvSpPr>
        <p:spPr>
          <a:xfrm>
            <a:off x="6332220" y="5120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25412" y="5084064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nail down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725412" y="5340096"/>
            <a:ext cx="4503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확실히 정하다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49840" y="5084064"/>
            <a:ext cx="17373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to nail down the timeline by Friday."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41248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SPEAKING SESSION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60-Second Speech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meeting an overseas buyer or new partner for the first time. Introduce yourself, your company, and your products naturally within 60 seconds.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05200" cy="1097280"/>
          </a:xfrm>
          <a:prstGeom prst="roundRect">
            <a:avLst>
              <a:gd name="adj" fmla="val 6667"/>
            </a:avLst>
          </a:prstGeom>
          <a:solidFill>
            <a:srgbClr val="243B5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706624"/>
            <a:ext cx="313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does, which markets it targets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72128" y="2468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28160" y="2148840"/>
            <a:ext cx="3505200" cy="1097280"/>
          </a:xfrm>
          <a:prstGeom prst="roundRect">
            <a:avLst>
              <a:gd name="adj" fmla="val 6667"/>
            </a:avLst>
          </a:prstGeom>
          <a:solidFill>
            <a:srgbClr val="243B5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10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11040" y="2706624"/>
            <a:ext cx="313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11040" y="2999232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 lines and what makes them stand 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51648" y="2468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07680" y="2148840"/>
            <a:ext cx="3505200" cy="1097280"/>
          </a:xfrm>
          <a:prstGeom prst="roundRect">
            <a:avLst>
              <a:gd name="adj" fmla="val 6667"/>
            </a:avLst>
          </a:prstGeom>
          <a:solidFill>
            <a:srgbClr val="243B5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056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90560" y="2706624"/>
            <a:ext cx="313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0560" y="2999232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handle, what kinds of clients you work with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Keep it conversational — don't read from a script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22452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Aim for 3–4 sentences per section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60857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Try to use 2–3 of today's expressions naturally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ROLEPLAY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a Delivery &amp; Stock Issue with a Client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An existing overseas client reaches out via WhatsApp call to raise concerns about a delayed shipment or low stock situation.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</a:t>
            </a:r>
            <a:pPr indent="0" marL="0">
              <a:buNone/>
            </a:pPr>
            <a:r>
              <a:rPr lang="en-US" sz="12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client    </a:t>
            </a:r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Frank: </a:t>
            </a:r>
            <a:pPr indent="0" marL="0">
              <a:buNone/>
            </a:pPr>
            <a:r>
              <a:rPr lang="en-US" sz="12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Korean-side sales manager handling the issue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1064240" cy="585216"/>
          </a:xfrm>
          <a:prstGeom prst="roundRect">
            <a:avLst>
              <a:gd name="adj" fmla="val 7813"/>
            </a:avLst>
          </a:prstGeom>
          <a:solidFill>
            <a:srgbClr val="243B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7627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76272"/>
            <a:ext cx="731520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"Hey, I just wanted to check — we still on track for the delivery next week?"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49640" y="2176272"/>
            <a:ext cx="269748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</a:t>
            </a:r>
            <a:pPr indent="0" marL="0">
              <a:buNone/>
            </a:pPr>
            <a:r>
              <a:rPr lang="en-US" sz="115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someone posted / get back to you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64240" cy="585216"/>
          </a:xfrm>
          <a:prstGeom prst="roundRect">
            <a:avLst>
              <a:gd name="adj" fmla="val 7813"/>
            </a:avLst>
          </a:prstGeom>
          <a:solidFill>
            <a:srgbClr val="1625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34640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834640"/>
            <a:ext cx="731520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"Honestly, our inventory is running low and we're getting pressure from our stores."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49640" y="2834640"/>
            <a:ext cx="269748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</a:t>
            </a:r>
            <a:pPr indent="0" marL="0">
              <a:buNone/>
            </a:pPr>
            <a:r>
              <a:rPr lang="en-US" sz="115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wonder / on the same page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11064240" cy="585216"/>
          </a:xfrm>
          <a:prstGeom prst="roundRect">
            <a:avLst>
              <a:gd name="adj" fmla="val 7813"/>
            </a:avLst>
          </a:prstGeom>
          <a:solidFill>
            <a:srgbClr val="243B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93008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493008"/>
            <a:ext cx="731520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"Is there any way you can push for an earlier shipment?"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49640" y="3493008"/>
            <a:ext cx="269748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</a:t>
            </a:r>
            <a:pPr indent="0" marL="0">
              <a:buNone/>
            </a:pPr>
            <a:r>
              <a:rPr lang="en-US" sz="115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ball rolling / look into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51376"/>
            <a:ext cx="11064240" cy="585216"/>
          </a:xfrm>
          <a:prstGeom prst="roundRect">
            <a:avLst>
              <a:gd name="adj" fmla="val 7813"/>
            </a:avLst>
          </a:prstGeom>
          <a:solidFill>
            <a:srgbClr val="1625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5137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151376"/>
            <a:ext cx="731520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"What's the earliest you think you can confirm?"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49640" y="4151376"/>
            <a:ext cx="269748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</a:t>
            </a:r>
            <a:pPr indent="0" marL="0">
              <a:buNone/>
            </a:pPr>
            <a:r>
              <a:rPr lang="en-US" sz="115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down / loop someone 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09744"/>
            <a:ext cx="11064240" cy="585216"/>
          </a:xfrm>
          <a:prstGeom prst="roundRect">
            <a:avLst>
              <a:gd name="adj" fmla="val 7813"/>
            </a:avLst>
          </a:prstGeom>
          <a:solidFill>
            <a:srgbClr val="243B5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809744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809744"/>
            <a:ext cx="731520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"Can you walk me through what happened on your end?"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49640" y="4809744"/>
            <a:ext cx="269748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</a:t>
            </a:r>
            <a:pPr indent="0" marL="0">
              <a:buNone/>
            </a:pPr>
            <a:r>
              <a:rPr lang="en-US" sz="115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someone through / end up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468112"/>
            <a:ext cx="11064240" cy="585216"/>
          </a:xfrm>
          <a:prstGeom prst="roundRect">
            <a:avLst>
              <a:gd name="adj" fmla="val 7813"/>
            </a:avLst>
          </a:prstGeom>
          <a:solidFill>
            <a:srgbClr val="16253D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46811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5468112"/>
            <a:ext cx="731520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Brian: "Alright, let's figure this out — what do you suggest?"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49640" y="5468112"/>
            <a:ext cx="269748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</a:t>
            </a:r>
            <a:pPr indent="0" marL="0">
              <a:buNone/>
            </a:pPr>
            <a:r>
              <a:rPr lang="en-US" sz="115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page / get the ball rolling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in the Blank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I wasn't planning to stay long, but I ___ being there for three hours.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2938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결국 ~하게 되다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68296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___ he's exhausted — he's been handling everything on his own.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0720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어쩐지, ~할 만하다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461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with international clients can be stressful, but you ___ it eventually.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요령을 잡다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50792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23944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My inbox has been ___ this week — I can't keep up.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56285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정신없다, 중구난방이다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28616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01768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The deal is almost done — just ___ the final terms and we're good.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확실히 정하다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490472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I'll ___ our regional manager so he's aware of the situation.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92938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누군가를 대화에 포함시키다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295144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368296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Let's ___ on the shipment — I don't want to lose the order.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80720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일을 시작하다, 추진하다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172968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461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I just want to make sure we're ___ before I send the invoice.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68503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같은 이해를 공유하다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050792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123944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Can you ___ the new pricing structure? Our team is a bit confused.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56285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단계별로 설명해주다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928616"/>
            <a:ext cx="5440680" cy="786384"/>
          </a:xfrm>
          <a:prstGeom prst="roundRect">
            <a:avLst>
              <a:gd name="adj" fmla="val 5814"/>
            </a:avLst>
          </a:prstGeom>
          <a:solidFill>
            <a:srgbClr val="243B5E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5001768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I need to ___ this weekend and stop thinking about work.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544068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여유를 갖다, 무리하지 않다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today, Frank!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session.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Frank - Class 2</dc:title>
  <dc:subject>PptxGenJS Presentation</dc:subject>
  <dc:creator>Do English with Brian</dc:creator>
  <cp:lastModifiedBy>Do English with Brian</cp:lastModifiedBy>
  <cp:revision>1</cp:revision>
  <dcterms:created xsi:type="dcterms:W3CDTF">2026-06-19T01:58:32Z</dcterms:created>
  <dcterms:modified xsi:type="dcterms:W3CDTF">2026-06-19T01:58:32Z</dcterms:modified>
</cp:coreProperties>
</file>
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  ·   60-Second Speech   ·   Quiz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EXPRESSIONS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#31–40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1 · Following Up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(후속 연락)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조치를 하다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5000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follow up on the samples we talked about."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base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간단히 연락하다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touching base to see how the review is going."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826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 someone an email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이메일을 보내다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557016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shoot you an email with the full catalog."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2 · Pitching a Product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(제품 어필)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out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돋보이다, 눈에 띄다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68172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line really stands out on the shelf."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010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changer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판도를 바꾸는 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285232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new serum has been a real game changer."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6144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 to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(취향·요구에) 맞추다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888736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product caters to sensitive skin."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3 · Handling Problems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(문제 대응)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756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out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해결하다, 정리하다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235000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"We'll sort out the shipping delay right away."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6791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it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챙기고 있다, 관리 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295351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worry — we're on top of it."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55701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4 · Closing the Deal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(마무리·확정)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9410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확정하다, 고정하다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215384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lock in the price before month-end."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5445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forward with   </a:t>
            </a:r>
            <a:pPr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~을 진행하다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0" y="4818888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ready to move forward with the order."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SPEAKING SESSION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60-Second Speech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제품 하나를 골라 바이어에게 60초 안에 피치해 보세요. 오늘 배운 표현을 자연스럽게 섞어서.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95144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제품인지 — 라인 이름과 핵심 한 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36392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Stands Out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90088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돋보이는지 — stand out / a game changer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831336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누구를 위한 제품인지 — cater 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18888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67258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4672584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제안 — move forward with / follow up 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  대본 읽지 말고 대화하듯  ·  섹션당 2–3문장  ·  오늘 표현 3–4개 자연스럽게  ·  준비 여부와 관계없이 함께 진행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in the Blank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표현으로 빈칸을 채워 보세요. (괄호 안은 한국어 힌트)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________ the samples we discussed last week.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후속 조치를 하다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just wanted to ________ before the weekend.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간단히 연락하다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________ with the full catalog attached.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이메일을 보내다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packaging really ________ from the competition.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돋보이다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ingredient has been ________ for our brand.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판도를 바꾸는 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line ________ customers with sensitive skin.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~에 맞추다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 day and I'll ________ the customs issue.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해결하다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worry — my team is ________.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잘 챙기고 있다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________ the quantity before prices change.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확정하다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approve, we can ________ the first order.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~을 진행하다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정리 &amp; 다음까지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비즈니스 상황으로 10개 표현을 익혔습니다 — 후속 연락 / 제품 어필 / 문제 대응 / 마무리·확정.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107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콜·메시지에서 오늘 표현 3개를 직접 써 보기.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복습 게임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때 모바일 복습 게임으로 오늘 표현 한 번 더!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B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next class!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2026-07-02T08:59:56Z</dcterms:created>
  <dcterms:modified xsi:type="dcterms:W3CDTF">2026-07-02T08:59:56Z</dcterms:modified>
</cp:coreProperties>
</file>
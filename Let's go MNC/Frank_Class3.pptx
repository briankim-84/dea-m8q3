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정답: 1) ended up  2) No wonder  3) getting the hang of  4) loop in  5) nail down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정답: 1) Bear with me  2) circle back  3) iron out  4) give or take  5) In the long run  6) Come to think of 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2860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Frank — Class 3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 Quiz   ·   Expressions   ·   60-Second Speech   ·   Quiz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REMINDER 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Review · Class 2 Expressions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지난 시간 표현으로 빈칸을 채워 보세요. (괄호 안은 한국어 힌트)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________ taking the later flight instead.  </a:t>
            </a:r>
            <a:pPr indent="0" marL="0">
              <a:buNone/>
            </a:pPr>
            <a:r>
              <a:rPr lang="en-US" sz="14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(결국 ~하게 되다)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 she's exhausted — she's been traveling all week.  </a:t>
            </a:r>
            <a:pPr indent="0" marL="0">
              <a:buNone/>
            </a:pPr>
            <a:r>
              <a:rPr lang="en-US" sz="14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(어쩐지)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66674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took a while, but I'm finally ________ the new system.  </a:t>
            </a:r>
            <a:pPr indent="0" marL="0">
              <a:buNone/>
            </a:pPr>
            <a:r>
              <a:rPr lang="en-US" sz="14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(요령을 잡다)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47141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________ our logistics team on this.  </a:t>
            </a:r>
            <a:pPr indent="0" marL="0">
              <a:buNone/>
            </a:pPr>
            <a:r>
              <a:rPr lang="en-US" sz="14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(~를 대화에 포함시키다)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5276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to ________ the final price by Friday.  </a:t>
            </a:r>
            <a:pPr indent="0" marL="0">
              <a:buNone/>
            </a:pPr>
            <a:r>
              <a:rPr lang="en-US" sz="14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(확실히 정하다)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961120" y="6355080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EXPRESSIONS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Expressions  #21–30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1 · On a Call  (콜 진행 중)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9339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with me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잠시만 기다려 주세요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"Bear with me while I pull up the numbers."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761488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back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나중에 다시 논의하다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"Let’s circle back on pricing after the holiday."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52958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2 · Delivery &amp; Orders  (납기·주문)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50208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 out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세부사항을 조율·해결하다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still need to iron out the delivery schedule."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718304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short notice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촉박하게, 급히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"Sorry for placing this on such short notice."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486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or take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대략, ~정도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"It’ll ship in three weeks, give or take."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157276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3 · Negotiation  (의견·가격 협상)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993392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enough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말도 맞네요 / 알겠습니다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"Fair enough, let’s go with your timeline."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55080" y="2761488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long run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장기적으로 보면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"Cutting the price might hurt us in the long run."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3529584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or less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대체로, 거의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terms are more or less finalized."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429768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상황 4 · Small Talk  (스몰토크)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4718304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to think of it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생각해보니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"Come to think of it, we haven’t caught up since the expo."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5486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</a:t>
            </a:r>
            <a:pPr indent="0" marL="0">
              <a:lnSpc>
                <a:spcPct val="9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the blue   </a:t>
            </a:r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갑자기, 뜬금없이</a:t>
            </a:r>
            <a:pPr indent="0" marL="0">
              <a:lnSpc>
                <a:spcPct val="9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95000"/>
              </a:lnSpc>
              <a:buNone/>
            </a:pPr>
            <a:r>
              <a:rPr lang="en-US" sz="105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new buyer reached out out of the blue last week."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0" y="6355080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SPEAKING SESSION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60-Second Speech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해외 바이어를 처음 만나는 상황입니다. 60초 안에 본인·회사·제품을 자연스럽게 소개해 보세요.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14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회사가 무엇을 하는지, 어떤 시장을 겨냥하는지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51960" y="2331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514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48056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Intro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3611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주력 제품 라인과 차별점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55280" y="23317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2514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183880" y="3246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183880" y="3611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본인이 맡은 업무, 어떤 고객과 일하는지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  </a:t>
            </a:r>
            <a:pPr indent="0" marL="0">
              <a:buNone/>
            </a:pPr>
            <a:r>
              <a:rPr lang="en-US" sz="14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대본 읽지 말고 대화하듯  ·  섹션당 3–4문장  ·  오늘 배운 표현 2–3개 자연스럽게 섞기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준비 여부와 관계없이 이번 시간에 함께 진행합니다.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0" y="6355080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QUIZ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Fill in the Blank · Today's Expressions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배운 표현으로 빈칸을 채워 보세요. (괄호 안은 한국어 힌트)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 while I check the stock levels.  </a:t>
            </a:r>
            <a:pPr indent="0" marL="0">
              <a:buNone/>
            </a:pPr>
            <a:r>
              <a:rPr lang="en-US" sz="13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(잠시만 기다려 주세요)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688336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________ on the contract details next week.  </a:t>
            </a:r>
            <a:pPr indent="0" marL="0">
              <a:buNone/>
            </a:pPr>
            <a:r>
              <a:rPr lang="en-US" sz="13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(나중에 다시 논의하다)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3364992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still need to ________ a few details before signing.  </a:t>
            </a:r>
            <a:pPr indent="0" marL="0">
              <a:buNone/>
            </a:pPr>
            <a:r>
              <a:rPr lang="en-US" sz="13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(조율·해결하다)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404164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will take about ten days, ________.  </a:t>
            </a:r>
            <a:pPr indent="0" marL="0">
              <a:buNone/>
            </a:pPr>
            <a:r>
              <a:rPr lang="en-US" sz="13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(대략)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718304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________, raising the price could cost us the client.  </a:t>
            </a:r>
            <a:pPr indent="0" marL="0">
              <a:buNone/>
            </a:pPr>
            <a:r>
              <a:rPr lang="en-US" sz="13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(장기적으로 보면)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53949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________, I haven’t heard from that supplier in months.  </a:t>
            </a:r>
            <a:pPr indent="0" marL="0">
              <a:buNone/>
            </a:pPr>
            <a:r>
              <a:rPr lang="en-US" sz="1300" i="1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(생각해보니)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961120" y="6355080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43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4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 정리 &amp; 다음까지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4가지 상황으로 10개 표현을 익혔습니다 — 콜 진행 / 납기 조율 / 협상 / 스몰토크.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33832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콜·메시지에서 오늘 표현 3개를 직접 써 보기.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22395B"/>
          </a:solidFill>
          <a:ln w="12700">
            <a:solidFill>
              <a:srgbClr val="3A55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복습 게임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475488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출퇴근 때 모바일로 즐기는 복습 게임(Seoul Bloom 미션)으로 한 번 더!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4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next class!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of 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961120" y="6355080"/>
            <a:ext cx="2770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English with Brian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2026-06-26T09:07:34Z</dcterms:created>
  <dcterms:modified xsi:type="dcterms:W3CDTF">2026-06-26T09:07:34Z</dcterms:modified>
</cp:coreProperties>
</file>
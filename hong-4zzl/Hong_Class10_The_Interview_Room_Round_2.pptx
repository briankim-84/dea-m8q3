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· CLASS 10  ·  PART 1  (30 min)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Interview Room, Round 2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stories again — tighter this time.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02536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situation where you dealt with an upset customer.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time you went beyond your duties.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691640"/>
            <a:ext cx="5605272" cy="1188720"/>
          </a:xfrm>
          <a:prstGeom prst="roundRect">
            <a:avLst>
              <a:gd name="adj" fmla="val 692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91072" y="185623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91072" y="2148840"/>
            <a:ext cx="5148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that comes to mind is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happened when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say the best example is ~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35040" y="3017520"/>
            <a:ext cx="5605272" cy="1691640"/>
          </a:xfrm>
          <a:prstGeom prst="roundRect">
            <a:avLst>
              <a:gd name="adj" fmla="val 486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318211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MOVING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3474720"/>
            <a:ext cx="5148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that point,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I did was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that was happening,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tricky part was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~, I ~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35040" y="4846320"/>
            <a:ext cx="5605272" cy="1188720"/>
          </a:xfrm>
          <a:prstGeom prst="roundRect">
            <a:avLst>
              <a:gd name="adj" fmla="val 692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1072" y="501091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5303520"/>
            <a:ext cx="5148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end,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back, what I learned was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experience taught me that ~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08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0156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40156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751076" y="340156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51076" y="340156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53512" y="340156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53512" y="340156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22960" y="41879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· CLASS 10  ·  PART 2  (30 min)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the Harder Ones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CV to lean on. These come from you.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0253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Qatar? Why not another airline?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good at?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something you're still working on?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691640"/>
            <a:ext cx="5605272" cy="1188720"/>
          </a:xfrm>
          <a:prstGeom prst="roundRect">
            <a:avLst>
              <a:gd name="adj" fmla="val 692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91072" y="185623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91072" y="2148840"/>
            <a:ext cx="5148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draws me to ~ is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followed them since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~, they ~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35040" y="3017520"/>
            <a:ext cx="5605272" cy="1188720"/>
          </a:xfrm>
          <a:prstGeom prst="roundRect">
            <a:avLst>
              <a:gd name="adj" fmla="val 692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318211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3474720"/>
            <a:ext cx="5148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say my strength is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tell me I'm good at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example of that is ~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35040" y="4343400"/>
            <a:ext cx="5605272" cy="1188720"/>
          </a:xfrm>
          <a:prstGeom prst="roundRect">
            <a:avLst>
              <a:gd name="adj" fmla="val 692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1072" y="450799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IT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4800600"/>
            <a:ext cx="5148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I'm working on is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to ~, but now I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trying to ~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49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4164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04164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751076" y="404164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51076" y="404164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53512" y="404164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53512" y="404164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22960" y="4828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2026-09-01T16:37:09Z</dcterms:created>
  <dcterms:modified xsi:type="dcterms:W3CDTF">2026-09-01T16:37:09Z</dcterms:modified>
</cp:coreProperties>
</file>
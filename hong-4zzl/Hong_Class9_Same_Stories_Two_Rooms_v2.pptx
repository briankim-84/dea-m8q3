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Kim" userId="bfb6c6aebdabc740" providerId="LiveId" clId="{E448C559-73C6-43A5-A057-6D1CF37ACF1F}"/>
    <pc:docChg chg="undo custSel addSld modSld">
      <pc:chgData name="Brian Kim" userId="bfb6c6aebdabc740" providerId="LiveId" clId="{E448C559-73C6-43A5-A057-6D1CF37ACF1F}" dt="2026-09-01T03:00:32.316" v="1526" actId="20577"/>
      <pc:docMkLst>
        <pc:docMk/>
      </pc:docMkLst>
      <pc:sldChg chg="modSp mod">
        <pc:chgData name="Brian Kim" userId="bfb6c6aebdabc740" providerId="LiveId" clId="{E448C559-73C6-43A5-A057-6D1CF37ACF1F}" dt="2026-09-01T02:51:01.356" v="1202" actId="20577"/>
        <pc:sldMkLst>
          <pc:docMk/>
          <pc:sldMk cId="0" sldId="256"/>
        </pc:sldMkLst>
        <pc:spChg chg="mod">
          <ac:chgData name="Brian Kim" userId="bfb6c6aebdabc740" providerId="LiveId" clId="{E448C559-73C6-43A5-A057-6D1CF37ACF1F}" dt="2026-09-01T02:11:26.749" v="1" actId="107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Brian Kim" userId="bfb6c6aebdabc740" providerId="LiveId" clId="{E448C559-73C6-43A5-A057-6D1CF37ACF1F}" dt="2026-09-01T02:11:26.749" v="1" actId="107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Brian Kim" userId="bfb6c6aebdabc740" providerId="LiveId" clId="{E448C559-73C6-43A5-A057-6D1CF37ACF1F}" dt="2026-09-01T02:51:01.356" v="1202" actId="20577"/>
          <ac:spMkLst>
            <pc:docMk/>
            <pc:sldMk cId="0" sldId="256"/>
            <ac:spMk id="22" creationId="{00000000-0000-0000-0000-000000000000}"/>
          </ac:spMkLst>
        </pc:spChg>
      </pc:sldChg>
      <pc:sldChg chg="addSp modSp new mod">
        <pc:chgData name="Brian Kim" userId="bfb6c6aebdabc740" providerId="LiveId" clId="{E448C559-73C6-43A5-A057-6D1CF37ACF1F}" dt="2026-09-01T03:00:32.316" v="1526" actId="20577"/>
        <pc:sldMkLst>
          <pc:docMk/>
          <pc:sldMk cId="2677122965" sldId="258"/>
        </pc:sldMkLst>
        <pc:spChg chg="add mod">
          <ac:chgData name="Brian Kim" userId="bfb6c6aebdabc740" providerId="LiveId" clId="{E448C559-73C6-43A5-A057-6D1CF37ACF1F}" dt="2026-09-01T03:00:32.316" v="1526" actId="20577"/>
          <ac:spMkLst>
            <pc:docMk/>
            <pc:sldMk cId="2677122965" sldId="258"/>
            <ac:spMk id="2" creationId="{686FDCE1-8DA9-48B2-8DE0-294EF0C8BAC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3834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· CLASS 9  ·  PART 1  (30 min)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Interview Room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four stories. Different room, different register.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48256"/>
            <a:ext cx="5257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about a time you worked under pressure.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situation where you dealt with an upset customer.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about a time you went beyond your duties.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ever handled an emergency at work?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1600200"/>
            <a:ext cx="5605272" cy="2606040"/>
          </a:xfrm>
          <a:prstGeom prst="roundRect">
            <a:avLst>
              <a:gd name="adj" fmla="val 3158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78308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LINES · from what you wrote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103120"/>
            <a:ext cx="50566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stayed calm and focused on each guest's needs.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worked closely with my team to make sure everything went smoothly.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first listened carefully to understand the frustration.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found alternative attractions the whole family could enjoy.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told my manager right away.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experience taught me that ~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35040" y="4343400"/>
            <a:ext cx="5605272" cy="1325880"/>
          </a:xfrm>
          <a:prstGeom prst="roundRect">
            <a:avLst>
              <a:gd name="adj" fmla="val 620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452628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OPENERS · to start and to close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4846320"/>
            <a:ext cx="5056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example that comes to mind is ~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back, what I learned was ~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5262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818888"/>
            <a:ext cx="76809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81888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463040" y="4818888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63040" y="481888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61488" y="4818888"/>
            <a:ext cx="134416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61488" y="4818888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53212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822960" y="565099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that came up today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943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Ｂｒｉａｎ</a:t>
            </a:r>
            <a:r>
              <a:rPr lang="ko-KR" alt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</a:t>
            </a:r>
            <a:r>
              <a:rPr lang="ko-KR" alt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ｔｏ</a:t>
            </a:r>
            <a:r>
              <a:rPr lang="ko-KR" alt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</a:t>
            </a:r>
            <a:r>
              <a:rPr lang="ko-KR" alt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ｐｒｅｐａｒｅ</a:t>
            </a:r>
            <a:r>
              <a:rPr lang="ko-KR" alt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</a:t>
            </a:r>
            <a:r>
              <a:rPr lang="ko-KR" alt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ｍｏｒｅ</a:t>
            </a:r>
            <a:r>
              <a:rPr lang="ko-KR" alt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</a:t>
            </a:r>
            <a:r>
              <a:rPr lang="ko-KR" alt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ｏｐｅｎｅｒｓ</a:t>
            </a:r>
            <a:r>
              <a:rPr lang="ko-KR" alt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</a:t>
            </a:r>
            <a:r>
              <a:rPr lang="ko-KR" alt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ａｎｄ</a:t>
            </a:r>
            <a:r>
              <a:rPr lang="ko-KR" alt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</a:t>
            </a:r>
            <a:r>
              <a:rPr lang="ko-KR" alt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ｍｉｄ－ｃｏｎｎｅｃｔｉｎｇ</a:t>
            </a:r>
            <a:r>
              <a:rPr lang="ko-KR" alt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</a:t>
            </a:r>
            <a:r>
              <a:rPr lang="ko-KR" alt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ｐｈｒａｓｅｓ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· CLASS 9  ·  PART 2  (30 min)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Friend Table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easy talk — four things I still don't know about you.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48256"/>
            <a:ext cx="5257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made you want this job in the first place?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aviation program — what did people actually do there?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did English stop being just a school subject for you?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other languages — even a little?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1737360"/>
            <a:ext cx="5605272" cy="2560320"/>
          </a:xfrm>
          <a:prstGeom prst="roundRect">
            <a:avLst>
              <a:gd name="adj" fmla="val 321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92024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 · casual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240280"/>
            <a:ext cx="505663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started when ~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Basically, we ~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picked it up from ~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get by in ~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891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68172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68172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751076" y="468172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751076" y="468172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abroad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822960" y="542239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that came up today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715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6FDCE1-8DA9-48B2-8DE0-294EF0C8BACF}"/>
              </a:ext>
            </a:extLst>
          </p:cNvPr>
          <p:cNvSpPr txBox="1"/>
          <p:nvPr/>
        </p:nvSpPr>
        <p:spPr>
          <a:xfrm>
            <a:off x="667512" y="585216"/>
            <a:ext cx="1073505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외국인　고등학생이　현금만　가지고　체험관에　온　경험이　있습니다　</a:t>
            </a:r>
            <a:endParaRPr lang="en-US" altLang="ko-KR" dirty="0"/>
          </a:p>
          <a:p>
            <a:r>
              <a:rPr lang="ko-KR" altLang="en-US" dirty="0"/>
              <a:t>박물관은　카드결제만　가능했고　체험　비용이　비싸지　않았기　때문에</a:t>
            </a:r>
            <a:endParaRPr lang="en-US" altLang="ko-KR" dirty="0"/>
          </a:p>
          <a:p>
            <a:r>
              <a:rPr lang="ko-KR" altLang="en-US" dirty="0"/>
              <a:t>도움을　주기　위해　제　신용카드로　대신　결제를　해준　적이　있습니다．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체험관　비용이　크지　않았지만　외국인　학생이　감사하다며　본인의　현금을</a:t>
            </a:r>
            <a:endParaRPr lang="en-US" altLang="ko-KR" dirty="0"/>
          </a:p>
          <a:p>
            <a:r>
              <a:rPr lang="ko-KR" altLang="en-US" dirty="0"/>
              <a:t>저에게　줬습니다．　의미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Ｉ</a:t>
            </a:r>
            <a:r>
              <a:rPr lang="ko-KR" altLang="en-US" dirty="0"/>
              <a:t>　</a:t>
            </a:r>
            <a:r>
              <a:rPr lang="ko-KR" altLang="en-US" dirty="0" err="1"/>
              <a:t>ａｍ</a:t>
            </a:r>
            <a:r>
              <a:rPr lang="ko-KR" altLang="en-US" dirty="0"/>
              <a:t>　</a:t>
            </a:r>
            <a:r>
              <a:rPr lang="ko-KR" altLang="en-US" dirty="0" err="1"/>
              <a:t>ａｌｌ</a:t>
            </a:r>
            <a:r>
              <a:rPr lang="ko-KR" altLang="en-US" dirty="0"/>
              <a:t>　</a:t>
            </a:r>
            <a:r>
              <a:rPr lang="ko-KR" altLang="en-US" dirty="0" err="1"/>
              <a:t>ｏｖｅｒ</a:t>
            </a:r>
            <a:r>
              <a:rPr lang="ko-KR" altLang="en-US" dirty="0"/>
              <a:t>　</a:t>
            </a:r>
            <a:r>
              <a:rPr lang="ko-KR" altLang="en-US" dirty="0" err="1"/>
              <a:t>ｔｈｅ</a:t>
            </a:r>
            <a:r>
              <a:rPr lang="ko-KR" altLang="en-US" dirty="0"/>
              <a:t>　</a:t>
            </a:r>
            <a:r>
              <a:rPr lang="ko-KR" altLang="en-US" dirty="0" err="1"/>
              <a:t>ｐｌａｃｅ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Ｗｈａｔ</a:t>
            </a:r>
            <a:r>
              <a:rPr lang="ko-KR" altLang="en-US" dirty="0"/>
              <a:t>　</a:t>
            </a:r>
            <a:r>
              <a:rPr lang="ko-KR" altLang="en-US" dirty="0" err="1"/>
              <a:t>Ｉ</a:t>
            </a:r>
            <a:r>
              <a:rPr lang="ko-KR" altLang="en-US" dirty="0"/>
              <a:t>　</a:t>
            </a:r>
            <a:r>
              <a:rPr lang="ko-KR" altLang="en-US" dirty="0" err="1"/>
              <a:t>ｌｅａｒｎｅｄ</a:t>
            </a:r>
            <a:r>
              <a:rPr lang="ko-KR" altLang="en-US" dirty="0"/>
              <a:t>　</a:t>
            </a:r>
            <a:r>
              <a:rPr lang="ko-KR" altLang="en-US" dirty="0" err="1"/>
              <a:t>ｗａｓ</a:t>
            </a:r>
            <a:r>
              <a:rPr lang="ko-KR" altLang="en-US" dirty="0"/>
              <a:t>，　</a:t>
            </a:r>
            <a:r>
              <a:rPr lang="ko-KR" altLang="en-US" dirty="0" err="1"/>
              <a:t>ｓｔａｙ</a:t>
            </a:r>
            <a:r>
              <a:rPr lang="ko-KR" altLang="en-US" dirty="0"/>
              <a:t>　</a:t>
            </a:r>
            <a:r>
              <a:rPr lang="ko-KR" altLang="en-US" dirty="0" err="1"/>
              <a:t>ｃａｌｍ</a:t>
            </a:r>
            <a:r>
              <a:rPr lang="ko-KR" altLang="en-US" dirty="0"/>
              <a:t>，　</a:t>
            </a:r>
            <a:r>
              <a:rPr lang="ko-KR" altLang="en-US" dirty="0" err="1"/>
              <a:t>ｐｉｃｋ</a:t>
            </a:r>
            <a:r>
              <a:rPr lang="ko-KR" altLang="en-US" dirty="0"/>
              <a:t>　</a:t>
            </a:r>
            <a:r>
              <a:rPr lang="ko-KR" altLang="en-US" dirty="0" err="1"/>
              <a:t>ｍｏｓｔ</a:t>
            </a:r>
            <a:r>
              <a:rPr lang="ko-KR" altLang="en-US" dirty="0"/>
              <a:t>　</a:t>
            </a:r>
            <a:r>
              <a:rPr lang="ko-KR" altLang="en-US" dirty="0" err="1"/>
              <a:t>ｉｍｐｏｒｔａｎｔ</a:t>
            </a:r>
            <a:r>
              <a:rPr lang="ko-KR" altLang="en-US" dirty="0"/>
              <a:t>　</a:t>
            </a:r>
            <a:r>
              <a:rPr lang="ko-KR" altLang="en-US" dirty="0" err="1"/>
              <a:t>ｔｈｉｎｇｓ</a:t>
            </a:r>
            <a:r>
              <a:rPr lang="ko-KR" altLang="en-US" dirty="0"/>
              <a:t>　</a:t>
            </a:r>
            <a:r>
              <a:rPr lang="ko-KR" altLang="en-US" dirty="0" err="1"/>
              <a:t>ａｎｄ</a:t>
            </a:r>
            <a:r>
              <a:rPr lang="ko-KR" altLang="en-US" dirty="0"/>
              <a:t>　</a:t>
            </a:r>
            <a:r>
              <a:rPr lang="ko-KR" altLang="en-US" dirty="0" err="1"/>
              <a:t>ｈａｎｄｌｅ</a:t>
            </a:r>
            <a:r>
              <a:rPr lang="ko-KR" altLang="en-US" dirty="0"/>
              <a:t>　</a:t>
            </a:r>
            <a:r>
              <a:rPr lang="ko-KR" altLang="en-US" dirty="0" err="1"/>
              <a:t>ｏｎｅ</a:t>
            </a:r>
            <a:r>
              <a:rPr lang="ko-KR" altLang="en-US" dirty="0"/>
              <a:t>　</a:t>
            </a:r>
            <a:r>
              <a:rPr lang="ko-KR" altLang="en-US" dirty="0" err="1"/>
              <a:t>ｂｙ</a:t>
            </a:r>
            <a:r>
              <a:rPr lang="ko-KR" altLang="en-US" dirty="0"/>
              <a:t>　</a:t>
            </a:r>
            <a:r>
              <a:rPr lang="ko-KR" altLang="en-US" dirty="0" err="1"/>
              <a:t>ｏｎｅ</a:t>
            </a:r>
            <a:r>
              <a:rPr lang="ko-KR" altLang="en-US" dirty="0"/>
              <a:t>．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Ｐｉｃｋ</a:t>
            </a:r>
            <a:r>
              <a:rPr lang="ko-KR" altLang="en-US" dirty="0"/>
              <a:t>　</a:t>
            </a:r>
            <a:r>
              <a:rPr lang="ko-KR" altLang="en-US" dirty="0" err="1"/>
              <a:t>ｐｒｉｏｔｉｔｙ</a:t>
            </a:r>
            <a:r>
              <a:rPr lang="ko-KR" altLang="en-US" dirty="0"/>
              <a:t>　／</a:t>
            </a:r>
            <a:endParaRPr lang="en-US" altLang="ko-KR" dirty="0"/>
          </a:p>
          <a:p>
            <a:r>
              <a:rPr lang="ko-KR" altLang="en-US" dirty="0" err="1"/>
              <a:t>Ｗｈａｔ</a:t>
            </a:r>
            <a:r>
              <a:rPr lang="ko-KR" altLang="en-US" dirty="0"/>
              <a:t>　</a:t>
            </a:r>
            <a:r>
              <a:rPr lang="ko-KR" altLang="en-US" dirty="0" err="1"/>
              <a:t>Ｉ</a:t>
            </a:r>
            <a:r>
              <a:rPr lang="ko-KR" altLang="en-US" dirty="0"/>
              <a:t>　</a:t>
            </a:r>
            <a:r>
              <a:rPr lang="ko-KR" altLang="en-US" dirty="0" err="1"/>
              <a:t>ｌｅａｒｎｅｄ</a:t>
            </a:r>
            <a:r>
              <a:rPr lang="ko-KR" altLang="en-US" dirty="0"/>
              <a:t>　</a:t>
            </a:r>
            <a:r>
              <a:rPr lang="ko-KR" altLang="en-US" dirty="0" err="1"/>
              <a:t>ｗａｓ</a:t>
            </a:r>
            <a:r>
              <a:rPr lang="ko-KR" altLang="en-US" dirty="0"/>
              <a:t>，　</a:t>
            </a:r>
            <a:r>
              <a:rPr lang="ko-KR" altLang="en-US" dirty="0" err="1"/>
              <a:t>ｓｔａｙ</a:t>
            </a:r>
            <a:r>
              <a:rPr lang="ko-KR" altLang="en-US" dirty="0"/>
              <a:t>　</a:t>
            </a:r>
            <a:r>
              <a:rPr lang="ko-KR" altLang="en-US" dirty="0" err="1"/>
              <a:t>ｃａｌｍ</a:t>
            </a:r>
            <a:r>
              <a:rPr lang="ko-KR" altLang="en-US" dirty="0"/>
              <a:t>，　</a:t>
            </a:r>
            <a:r>
              <a:rPr lang="ko-KR" altLang="en-US" dirty="0" err="1"/>
              <a:t>ｐｉｃｋ</a:t>
            </a:r>
            <a:r>
              <a:rPr lang="ko-KR" altLang="en-US" dirty="0"/>
              <a:t>　</a:t>
            </a:r>
            <a:r>
              <a:rPr lang="ko-KR" altLang="en-US" dirty="0" err="1"/>
              <a:t>ｐｒｉｏｒｉｔｉｅｓ</a:t>
            </a:r>
            <a:r>
              <a:rPr lang="ko-KR" altLang="en-US" dirty="0"/>
              <a:t>　</a:t>
            </a:r>
            <a:r>
              <a:rPr lang="ko-KR" altLang="en-US" dirty="0" err="1"/>
              <a:t>ｔｈｅｎ</a:t>
            </a:r>
            <a:r>
              <a:rPr lang="ko-KR" altLang="en-US" dirty="0"/>
              <a:t>　</a:t>
            </a:r>
            <a:r>
              <a:rPr lang="ko-KR" altLang="en-US" dirty="0" err="1"/>
              <a:t>ｈａｎｄｌｅ</a:t>
            </a:r>
            <a:r>
              <a:rPr lang="ko-KR" altLang="en-US" dirty="0"/>
              <a:t>　</a:t>
            </a:r>
            <a:r>
              <a:rPr lang="ko-KR" altLang="en-US" dirty="0" err="1"/>
              <a:t>ｔｈｏｓｅ</a:t>
            </a:r>
            <a:r>
              <a:rPr lang="ko-KR" altLang="en-US" dirty="0"/>
              <a:t>　</a:t>
            </a:r>
            <a:r>
              <a:rPr lang="ko-KR" altLang="en-US" dirty="0" err="1"/>
              <a:t>ｏｎｅ</a:t>
            </a:r>
            <a:r>
              <a:rPr lang="ko-KR" altLang="en-US" dirty="0"/>
              <a:t>　</a:t>
            </a:r>
            <a:r>
              <a:rPr lang="ko-KR" altLang="en-US" dirty="0" err="1"/>
              <a:t>ｂｙ</a:t>
            </a:r>
            <a:r>
              <a:rPr lang="ko-KR" altLang="en-US" dirty="0"/>
              <a:t>　</a:t>
            </a:r>
            <a:r>
              <a:rPr lang="ko-KR" altLang="en-US" dirty="0" err="1"/>
              <a:t>ｏｎｅ</a:t>
            </a:r>
            <a:r>
              <a:rPr lang="ko-KR" altLang="en-US" dirty="0"/>
              <a:t>．</a:t>
            </a:r>
          </a:p>
        </p:txBody>
      </p:sp>
    </p:spTree>
    <p:extLst>
      <p:ext uri="{BB962C8B-B14F-4D97-AF65-F5344CB8AC3E}">
        <p14:creationId xmlns:p14="http://schemas.microsoft.com/office/powerpoint/2010/main" val="2677122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384</Words>
  <Application>Microsoft Office PowerPoint</Application>
  <PresentationFormat>와이드스크린</PresentationFormat>
  <Paragraphs>57</Paragraphs>
  <Slides>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5</cp:revision>
  <dcterms:created xsi:type="dcterms:W3CDTF">2026-08-31T02:19:21Z</dcterms:created>
  <dcterms:modified xsi:type="dcterms:W3CDTF">2026-09-01T04:06:01Z</dcterms:modified>
</cp:coreProperties>
</file>
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· CLASS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CV, Out Loud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talk — but every story here is already on your CV.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9384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Busy Day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busiest day you ever had — at the cafe or the exhibition hall?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CV: peak-hour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62072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Difficult Customer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the most ridiculous customer you ever dealt with.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CV: complaint handling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794760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Visitor You Remember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many people came through that hall — who do you still remember?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CV: visitor guidance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2686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72744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Aviation Program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aviation program you ran — what did people actually do there?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CV: program support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55955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Close Call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there ever a moment when something felt dangerous at work?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CV: safety monitoring · BLS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2026-08-27T03:21:42Z</dcterms:created>
  <dcterms:modified xsi:type="dcterms:W3CDTF">2026-08-27T03:21:42Z</dcterms:modified>
</cp:coreProperties>
</file>
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69B0A511-3D50-4AF7-A52E-44BDD7DEFC86}"/>
    <pc:docChg chg="undo custSel modSld">
      <pc:chgData name="Brian Kim" userId="bfb6c6aebdabc740" providerId="LiveId" clId="{69B0A511-3D50-4AF7-A52E-44BDD7DEFC86}" dt="2026-09-15T01:04:19.425" v="877" actId="20577"/>
      <pc:docMkLst>
        <pc:docMk/>
      </pc:docMkLst>
      <pc:sldChg chg="modSp mod">
        <pc:chgData name="Brian Kim" userId="bfb6c6aebdabc740" providerId="LiveId" clId="{69B0A511-3D50-4AF7-A52E-44BDD7DEFC86}" dt="2026-09-15T00:42:00.795" v="244" actId="20577"/>
        <pc:sldMkLst>
          <pc:docMk/>
          <pc:sldMk cId="0" sldId="257"/>
        </pc:sldMkLst>
        <pc:spChg chg="mod">
          <ac:chgData name="Brian Kim" userId="bfb6c6aebdabc740" providerId="LiveId" clId="{69B0A511-3D50-4AF7-A52E-44BDD7DEFC86}" dt="2026-09-15T00:36:54.127" v="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rian Kim" userId="bfb6c6aebdabc740" providerId="LiveId" clId="{69B0A511-3D50-4AF7-A52E-44BDD7DEFC86}" dt="2026-09-15T00:36:54.127" v="1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rian Kim" userId="bfb6c6aebdabc740" providerId="LiveId" clId="{69B0A511-3D50-4AF7-A52E-44BDD7DEFC86}" dt="2026-09-15T00:42:00.795" v="244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69B0A511-3D50-4AF7-A52E-44BDD7DEFC86}" dt="2026-09-15T00:46:03.397" v="445" actId="20577"/>
        <pc:sldMkLst>
          <pc:docMk/>
          <pc:sldMk cId="0" sldId="258"/>
        </pc:sldMkLst>
        <pc:spChg chg="mod">
          <ac:chgData name="Brian Kim" userId="bfb6c6aebdabc740" providerId="LiveId" clId="{69B0A511-3D50-4AF7-A52E-44BDD7DEFC86}" dt="2026-09-15T00:46:03.397" v="445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69B0A511-3D50-4AF7-A52E-44BDD7DEFC86}" dt="2026-09-15T00:58:43.932" v="661" actId="20577"/>
        <pc:sldMkLst>
          <pc:docMk/>
          <pc:sldMk cId="0" sldId="259"/>
        </pc:sldMkLst>
        <pc:spChg chg="mod">
          <ac:chgData name="Brian Kim" userId="bfb6c6aebdabc740" providerId="LiveId" clId="{69B0A511-3D50-4AF7-A52E-44BDD7DEFC86}" dt="2026-09-15T00:58:43.932" v="661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Brian Kim" userId="bfb6c6aebdabc740" providerId="LiveId" clId="{69B0A511-3D50-4AF7-A52E-44BDD7DEFC86}" dt="2026-09-15T01:04:19.425" v="877" actId="20577"/>
        <pc:sldMkLst>
          <pc:docMk/>
          <pc:sldMk cId="0" sldId="260"/>
        </pc:sldMkLst>
        <pc:spChg chg="mod">
          <ac:chgData name="Brian Kim" userId="bfb6c6aebdabc740" providerId="LiveId" clId="{69B0A511-3D50-4AF7-A52E-44BDD7DEFC86}" dt="2026-09-15T01:04:19.425" v="877" actId="20577"/>
          <ac:spMkLst>
            <pc:docMk/>
            <pc:sldMk cId="0" sldId="26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580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LEE · CLASS 22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Date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 said yes. Now it's Saturday.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MEETING 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Before You Sit Down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see her. What's the first thing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She's early —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cold outside.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decide where to go?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Hey! You're early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벌써 오셨네요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Hey! You're early — did you wait long?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Have you been waiting long?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오래 기다렸어요?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Sorry I'm late — have you been waiting long?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freezing — let's get inside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춥네요, 들어가요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It's freezing out here — let's get inside.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like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좋아해요?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Do you like Korean food?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 place around the corner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 모퉁이에 괜찮은 데가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There's a place around the corner — want to try it?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Good to see you again / when did you arrive? / what do you like? / what do you want to do? / Do you have any places in mind? If not, I can offer you three options /   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AT THE TABLE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Ordering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sit down. What do you say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She's looking at the menu.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 asks what's good here.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food comes.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Have you been here before?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여기 와본 적 있어요?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Have you been here before? I come here a lot.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feel like eating?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뭐 드시고 싶어요?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What do you feel like eating — meat or fish?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~ here is really good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여기 ~가 진짜 맛있어요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 chicken here is really good.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Should we share?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나눠 먹을까요?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It's a lot — should we share?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looks good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맛있어 보이네요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Wow, this looks good.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59052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559052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cost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How about this place? / How does it look? / I can give you a famous menu in this restaurant / I can give you a recommendation / The pasta here is really good / what do you feel like doing? /  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TALKING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Keeping It Going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ask her about?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 asks about your work.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 silence.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 says something you didn't catch.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was your week?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주 어땠어요?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So, how was your week?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a painter — I work with LED displays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저는 화가예요, LED 화면에 그려요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I'm a painter — I work with LED displays, mostly for buildings.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do on your days off?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쉬는 날엔 뭐 하세요?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What do you do on your days off — stay in or go out?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Sorry, what was that?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네? 뭐라고요?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Sorry, what was that? It's loud in here.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more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얘기 더 해주세요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Tell me more about that trip.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understand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39112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039112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What do you for living? / what do you teach? / Is it branding? Or business operation? / Do you teach branding? Or business operation? / what do you do on your down time? /  tell me more about / 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END OF THE NIGHT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Paying and Leaving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bill comes.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walk out.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ask to see her again?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say goodbye?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get this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낼게요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Let me get this — you can get the next one.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Are you sure? Next time, then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정말요? 그럼 다음엔 제가요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Are you sure? Next time, then.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had a really good time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정말 즐거웠어요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 had a really good time tonight.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see you again?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또 만날 수 있을까요?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Can I see you again — maybe next weekend?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Text me when you get home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집에 가면 연락 주세요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Text me when you get home, okay?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67208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67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67028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67028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hold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This is on me / I will text you / If you don’t mind, I can give you a ride home / It’s almost same direction. I can give you a ride home / It’s dangerous at night. So text me when you get home safe / </a:t>
            </a:r>
            <a:endParaRPr lang="ko-KR" sz="14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909</Words>
  <Application>Microsoft Office PowerPoint</Application>
  <PresentationFormat>와이드스크린</PresentationFormat>
  <Paragraphs>121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4</cp:revision>
  <dcterms:created xsi:type="dcterms:W3CDTF">2026-09-14T00:00:04Z</dcterms:created>
  <dcterms:modified xsi:type="dcterms:W3CDTF">2026-09-15T01:09:52Z</dcterms:modified>
</cp:coreProperties>
</file>
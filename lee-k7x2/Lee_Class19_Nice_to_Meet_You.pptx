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6DE7E324-6C16-4A43-B102-C9927E9343CA}"/>
    <pc:docChg chg="undo custSel modSld">
      <pc:chgData name="Brian Kim" userId="bfb6c6aebdabc740" providerId="LiveId" clId="{6DE7E324-6C16-4A43-B102-C9927E9343CA}" dt="2026-09-01T01:01:09.708" v="1504" actId="20577"/>
      <pc:docMkLst>
        <pc:docMk/>
      </pc:docMkLst>
      <pc:sldChg chg="addSp delSp modSp mod">
        <pc:chgData name="Brian Kim" userId="bfb6c6aebdabc740" providerId="LiveId" clId="{6DE7E324-6C16-4A43-B102-C9927E9343CA}" dt="2026-09-01T00:21:35.492" v="499" actId="20577"/>
        <pc:sldMkLst>
          <pc:docMk/>
          <pc:sldMk cId="0" sldId="257"/>
        </pc:sldMkLst>
        <pc:spChg chg="mod">
          <ac:chgData name="Brian Kim" userId="bfb6c6aebdabc740" providerId="LiveId" clId="{6DE7E324-6C16-4A43-B102-C9927E9343CA}" dt="2026-09-01T00:02:51.646" v="7" actId="20577"/>
          <ac:spMkLst>
            <pc:docMk/>
            <pc:sldMk cId="0" sldId="257"/>
            <ac:spMk id="14" creationId="{00000000-0000-0000-0000-000000000000}"/>
          </ac:spMkLst>
        </pc:spChg>
        <pc:spChg chg="add del mod">
          <ac:chgData name="Brian Kim" userId="bfb6c6aebdabc740" providerId="LiveId" clId="{6DE7E324-6C16-4A43-B102-C9927E9343CA}" dt="2026-09-01T00:21:35.492" v="499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Brian Kim" userId="bfb6c6aebdabc740" providerId="LiveId" clId="{6DE7E324-6C16-4A43-B102-C9927E9343CA}" dt="2026-09-01T00:46:18.114" v="905" actId="20577"/>
        <pc:sldMkLst>
          <pc:docMk/>
          <pc:sldMk cId="0" sldId="258"/>
        </pc:sldMkLst>
        <pc:spChg chg="mod">
          <ac:chgData name="Brian Kim" userId="bfb6c6aebdabc740" providerId="LiveId" clId="{6DE7E324-6C16-4A43-B102-C9927E9343CA}" dt="2026-09-01T00:46:18.114" v="905" actId="20577"/>
          <ac:spMkLst>
            <pc:docMk/>
            <pc:sldMk cId="0" sldId="258"/>
            <ac:spMk id="18" creationId="{00000000-0000-0000-0000-000000000000}"/>
          </ac:spMkLst>
        </pc:spChg>
      </pc:sldChg>
      <pc:sldChg chg="modSp mod">
        <pc:chgData name="Brian Kim" userId="bfb6c6aebdabc740" providerId="LiveId" clId="{6DE7E324-6C16-4A43-B102-C9927E9343CA}" dt="2026-09-01T00:55:52.104" v="1161" actId="20577"/>
        <pc:sldMkLst>
          <pc:docMk/>
          <pc:sldMk cId="0" sldId="259"/>
        </pc:sldMkLst>
        <pc:spChg chg="mod">
          <ac:chgData name="Brian Kim" userId="bfb6c6aebdabc740" providerId="LiveId" clId="{6DE7E324-6C16-4A43-B102-C9927E9343CA}" dt="2026-09-01T00:55:52.104" v="1161" actId="20577"/>
          <ac:spMkLst>
            <pc:docMk/>
            <pc:sldMk cId="0" sldId="259"/>
            <ac:spMk id="14" creationId="{00000000-0000-0000-0000-000000000000}"/>
          </ac:spMkLst>
        </pc:spChg>
      </pc:sldChg>
      <pc:sldChg chg="modSp mod">
        <pc:chgData name="Brian Kim" userId="bfb6c6aebdabc740" providerId="LiveId" clId="{6DE7E324-6C16-4A43-B102-C9927E9343CA}" dt="2026-09-01T01:01:09.708" v="1504" actId="20577"/>
        <pc:sldMkLst>
          <pc:docMk/>
          <pc:sldMk cId="0" sldId="260"/>
        </pc:sldMkLst>
        <pc:spChg chg="mod">
          <ac:chgData name="Brian Kim" userId="bfb6c6aebdabc740" providerId="LiveId" clId="{6DE7E324-6C16-4A43-B102-C9927E9343CA}" dt="2026-09-01T01:01:09.708" v="1504" actId="20577"/>
          <ac:spMkLst>
            <pc:docMk/>
            <pc:sldMk cId="0" sldId="260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255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· CLASS 19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Nice to Meet You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five minutes with someone new.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your week?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meet anyone new this week?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met ~ at ~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~에서 ~를 만났어요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 met a few people at a wine bar.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talked about ~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 대해 얘기했어요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We talked about travel for an hour.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55064" y="445312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55064" y="445312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is only busy with weekly meeting and clearing pending items / Did your company do the media arts at Inspire hotel? It’s not us but they came to us before / Most of married friends around me go to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Yeongjong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-do for a vacation alone / Met an advertisement company on last weekend to add service on Beam Monster’s service. Trying to work out at the moment /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Breaking the 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at a bar and want to say hello. What do you say first?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she's with friends?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743200"/>
          </a:xfrm>
          <a:prstGeom prst="roundRect">
            <a:avLst>
              <a:gd name="adj" fmla="val 30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mind if I ~?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~해도 될까요?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Do you mind if I sit here?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look like you're ~ing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~하시는 것 같네요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You look like you're waiting for someone.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offer you a ~?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한잔 사도 될까요?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Can I offer you a drink?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39112" y="445312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39112" y="445312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49524" y="445312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49524" y="445312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I have been looking at you / Can I offer you a drink? / Hi, You look gorgeous today. Can I buy you a drink? / Hey, You look amazing tonight. Can I get you a drink? Gin &amp; tonic? / Gin &amp; tonic in this bar is the best. Let me get you one / I can be your accompany 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Keeping It Going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answers. How do you keep it going?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share about yourself?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you ~?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어쩌다 ~하게 됐어요?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What made you move to Seoul?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here — I also ~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저도요, 저도 ~해요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Same here — I also love old movies.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made you come here? What made you come to Seoul? Travel? Vacation? Working? / You can call me Lee / I’m a painter and media artist in Korea / I paint on LED display / This is what I do / Same here. I also love Gin &amp; Tonic /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Exit &amp; The Number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end it well?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do you ask to meet again?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should let you get back to ~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하시던 거 방해하면 안 되니까요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 should let you get back to your friends.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get your ~?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좀 알려줄래요?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00" i="1" dirty="0">
                <a:solidFill>
                  <a:srgbClr val="8F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Can I get your number?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was a great conversation. I loved the conversation. I should let you get back to your friends. Can I get your number? /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like great Korean food, I can take you or I can recommend you one. / Is there anything I shouldn’t miss?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648</Words>
  <Application>Microsoft Office PowerPoint</Application>
  <PresentationFormat>와이드스크린</PresentationFormat>
  <Paragraphs>80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6</cp:revision>
  <dcterms:created xsi:type="dcterms:W3CDTF">2026-08-31T00:59:17Z</dcterms:created>
  <dcterms:modified xsi:type="dcterms:W3CDTF">2026-09-01T01:18:52Z</dcterms:modified>
</cp:coreProperties>
</file>
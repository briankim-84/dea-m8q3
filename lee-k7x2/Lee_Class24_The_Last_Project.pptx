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31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516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8E1A3732-2558-4F01-BF6A-68CAFC242A07}"/>
    <pc:docChg chg="undo custSel addSld modSld">
      <pc:chgData name="Brian Kim" userId="bfb6c6aebdabc740" providerId="LiveId" clId="{8E1A3732-2558-4F01-BF6A-68CAFC242A07}" dt="2026-09-22T01:02:08.272" v="2485" actId="20577"/>
      <pc:docMkLst>
        <pc:docMk/>
      </pc:docMkLst>
      <pc:sldChg chg="modSp mod">
        <pc:chgData name="Brian Kim" userId="bfb6c6aebdabc740" providerId="LiveId" clId="{8E1A3732-2558-4F01-BF6A-68CAFC242A07}" dt="2026-09-22T00:43:27.638" v="1677" actId="20577"/>
        <pc:sldMkLst>
          <pc:docMk/>
          <pc:sldMk cId="0" sldId="257"/>
        </pc:sldMkLst>
        <pc:spChg chg="mod">
          <ac:chgData name="Brian Kim" userId="bfb6c6aebdabc740" providerId="LiveId" clId="{8E1A3732-2558-4F01-BF6A-68CAFC242A07}" dt="2026-09-22T00:09:02.797" v="2" actId="276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Brian Kim" userId="bfb6c6aebdabc740" providerId="LiveId" clId="{8E1A3732-2558-4F01-BF6A-68CAFC242A07}" dt="2026-09-22T00:43:27.638" v="1677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Brian Kim" userId="bfb6c6aebdabc740" providerId="LiveId" clId="{8E1A3732-2558-4F01-BF6A-68CAFC242A07}" dt="2026-09-22T00:50:17.554" v="1986" actId="20577"/>
        <pc:sldMkLst>
          <pc:docMk/>
          <pc:sldMk cId="0" sldId="258"/>
        </pc:sldMkLst>
        <pc:spChg chg="mod">
          <ac:chgData name="Brian Kim" userId="bfb6c6aebdabc740" providerId="LiveId" clId="{8E1A3732-2558-4F01-BF6A-68CAFC242A07}" dt="2026-09-22T00:09:02.853" v="3" actId="276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Brian Kim" userId="bfb6c6aebdabc740" providerId="LiveId" clId="{8E1A3732-2558-4F01-BF6A-68CAFC242A07}" dt="2026-09-22T00:50:17.554" v="1986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Brian Kim" userId="bfb6c6aebdabc740" providerId="LiveId" clId="{8E1A3732-2558-4F01-BF6A-68CAFC242A07}" dt="2026-09-22T00:53:11.719" v="2124" actId="20577"/>
        <pc:sldMkLst>
          <pc:docMk/>
          <pc:sldMk cId="0" sldId="259"/>
        </pc:sldMkLst>
        <pc:spChg chg="mod">
          <ac:chgData name="Brian Kim" userId="bfb6c6aebdabc740" providerId="LiveId" clId="{8E1A3732-2558-4F01-BF6A-68CAFC242A07}" dt="2026-09-22T00:09:03.209" v="5" actId="276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Brian Kim" userId="bfb6c6aebdabc740" providerId="LiveId" clId="{8E1A3732-2558-4F01-BF6A-68CAFC242A07}" dt="2026-09-22T00:53:11.719" v="2124" actId="20577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Brian Kim" userId="bfb6c6aebdabc740" providerId="LiveId" clId="{8E1A3732-2558-4F01-BF6A-68CAFC242A07}" dt="2026-09-22T01:02:08.272" v="2485" actId="20577"/>
        <pc:sldMkLst>
          <pc:docMk/>
          <pc:sldMk cId="0" sldId="260"/>
        </pc:sldMkLst>
        <pc:spChg chg="mod">
          <ac:chgData name="Brian Kim" userId="bfb6c6aebdabc740" providerId="LiveId" clId="{8E1A3732-2558-4F01-BF6A-68CAFC242A07}" dt="2026-09-22T00:09:03.303" v="6" actId="276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Brian Kim" userId="bfb6c6aebdabc740" providerId="LiveId" clId="{8E1A3732-2558-4F01-BF6A-68CAFC242A07}" dt="2026-09-22T01:02:08.272" v="2485" actId="20577"/>
          <ac:spMkLst>
            <pc:docMk/>
            <pc:sldMk cId="0" sldId="260"/>
            <ac:spMk id="16" creationId="{00000000-0000-0000-0000-000000000000}"/>
          </ac:spMkLst>
        </pc:spChg>
      </pc:sldChg>
      <pc:sldChg chg="addSp delSp modSp new mod">
        <pc:chgData name="Brian Kim" userId="bfb6c6aebdabc740" providerId="LiveId" clId="{8E1A3732-2558-4F01-BF6A-68CAFC242A07}" dt="2026-09-22T00:31:45.601" v="1305" actId="20577"/>
        <pc:sldMkLst>
          <pc:docMk/>
          <pc:sldMk cId="3560958094" sldId="261"/>
        </pc:sldMkLst>
        <pc:spChg chg="add mod">
          <ac:chgData name="Brian Kim" userId="bfb6c6aebdabc740" providerId="LiveId" clId="{8E1A3732-2558-4F01-BF6A-68CAFC242A07}" dt="2026-09-22T00:25:57.980" v="1045" actId="14100"/>
          <ac:spMkLst>
            <pc:docMk/>
            <pc:sldMk cId="3560958094" sldId="261"/>
            <ac:spMk id="2" creationId="{7F98073E-689E-4681-9C57-358FA17DE702}"/>
          </ac:spMkLst>
        </pc:spChg>
        <pc:spChg chg="add del mod">
          <ac:chgData name="Brian Kim" userId="bfb6c6aebdabc740" providerId="LiveId" clId="{8E1A3732-2558-4F01-BF6A-68CAFC242A07}" dt="2026-09-22T00:31:45.601" v="1305" actId="20577"/>
          <ac:spMkLst>
            <pc:docMk/>
            <pc:sldMk cId="3560958094" sldId="261"/>
            <ac:spMk id="3" creationId="{A2620432-24BF-4E27-B2D8-DF9A77D317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07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LEE · CLASS 24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Last Project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Tell me about the last thing you built — start to finish.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98073E-689E-4681-9C57-358FA17DE702}"/>
              </a:ext>
            </a:extLst>
          </p:cNvPr>
          <p:cNvSpPr txBox="1"/>
          <p:nvPr/>
        </p:nvSpPr>
        <p:spPr>
          <a:xfrm>
            <a:off x="0" y="101599"/>
            <a:ext cx="667173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Empty stomach</a:t>
            </a:r>
          </a:p>
          <a:p>
            <a:r>
              <a:rPr lang="en-US" altLang="ko-KR" dirty="0"/>
              <a:t>I am keeping my stomach empty before the work-out.</a:t>
            </a:r>
          </a:p>
          <a:p>
            <a:r>
              <a:rPr lang="en-US" altLang="ko-KR" dirty="0"/>
              <a:t>I like empty stomach for the work-out</a:t>
            </a:r>
          </a:p>
          <a:p>
            <a:r>
              <a:rPr lang="en-US" altLang="ko-KR" dirty="0"/>
              <a:t>I went to Itaewon last weekend</a:t>
            </a:r>
          </a:p>
          <a:p>
            <a:r>
              <a:rPr lang="en-US" altLang="ko-KR" dirty="0"/>
              <a:t>First, we went to a restaurant</a:t>
            </a:r>
          </a:p>
          <a:p>
            <a:r>
              <a:rPr lang="en-US" altLang="ko-KR" dirty="0"/>
              <a:t>Second, we went to a bar</a:t>
            </a:r>
          </a:p>
          <a:p>
            <a:r>
              <a:rPr lang="en-US" altLang="ko-KR" dirty="0"/>
              <a:t>Last, we went to a pub</a:t>
            </a:r>
          </a:p>
          <a:p>
            <a:r>
              <a:rPr lang="en-US" altLang="ko-KR" dirty="0"/>
              <a:t>We didn’t no about this place</a:t>
            </a:r>
          </a:p>
          <a:p>
            <a:r>
              <a:rPr lang="en-US" altLang="ko-KR" dirty="0"/>
              <a:t>We went to Casa Cuervo in Itaewon</a:t>
            </a:r>
          </a:p>
          <a:p>
            <a:r>
              <a:rPr lang="en-US" altLang="ko-KR" dirty="0"/>
              <a:t>I liked the Facade and the color</a:t>
            </a:r>
          </a:p>
          <a:p>
            <a:r>
              <a:rPr lang="en-US" altLang="ko-KR" dirty="0"/>
              <a:t>We looked around the pub and so many foreigners</a:t>
            </a:r>
          </a:p>
          <a:p>
            <a:r>
              <a:rPr lang="en-US" altLang="ko-KR" dirty="0"/>
              <a:t>I spoke with many foreigners especially Swedish men</a:t>
            </a:r>
          </a:p>
          <a:p>
            <a:r>
              <a:rPr lang="en-US" altLang="ko-KR" dirty="0"/>
              <a:t>I spoke to many foreigners but it was all men</a:t>
            </a:r>
          </a:p>
          <a:p>
            <a:r>
              <a:rPr lang="en-US" altLang="ko-KR" dirty="0"/>
              <a:t>I wanted to say more</a:t>
            </a:r>
          </a:p>
          <a:p>
            <a:r>
              <a:rPr lang="en-US" altLang="ko-KR" dirty="0"/>
              <a:t>I tried to use what I studied</a:t>
            </a:r>
          </a:p>
          <a:p>
            <a:r>
              <a:rPr lang="en-US" altLang="ko-KR" dirty="0"/>
              <a:t>Did it help? It helped a lot</a:t>
            </a:r>
          </a:p>
          <a:p>
            <a:r>
              <a:rPr lang="en-US" altLang="ko-KR" dirty="0"/>
              <a:t>I spoke with one Spanish woman. But she looked like have few child</a:t>
            </a:r>
          </a:p>
          <a:p>
            <a:r>
              <a:rPr lang="en-US" altLang="ko-KR" dirty="0"/>
              <a:t>But she looked like a good mother</a:t>
            </a:r>
          </a:p>
          <a:p>
            <a:r>
              <a:rPr lang="en-US" altLang="ko-KR" dirty="0"/>
              <a:t>I am proud of you by using English with foreigners</a:t>
            </a:r>
          </a:p>
          <a:p>
            <a:r>
              <a:rPr lang="en-US" altLang="ko-KR" dirty="0"/>
              <a:t>We went to wrong spot</a:t>
            </a:r>
          </a:p>
          <a:p>
            <a:r>
              <a:rPr lang="en-US" altLang="ko-KR" dirty="0"/>
              <a:t>I used to go there a lot</a:t>
            </a:r>
          </a:p>
          <a:p>
            <a:r>
              <a:rPr lang="en-US" altLang="ko-KR" dirty="0"/>
              <a:t>I do not want to go just for fun. I want to go for fun and speak English</a:t>
            </a:r>
          </a:p>
          <a:p>
            <a:r>
              <a:rPr lang="en-US" altLang="ko-KR" dirty="0"/>
              <a:t>Exchange student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20432-24BF-4E27-B2D8-DF9A77D317B2}"/>
              </a:ext>
            </a:extLst>
          </p:cNvPr>
          <p:cNvSpPr txBox="1"/>
          <p:nvPr/>
        </p:nvSpPr>
        <p:spPr>
          <a:xfrm>
            <a:off x="5452533" y="108427"/>
            <a:ext cx="660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As soon as we get an eye contact, they ask me to come and hang out</a:t>
            </a:r>
          </a:p>
          <a:p>
            <a:r>
              <a:rPr lang="en-US" altLang="ko-KR" dirty="0"/>
              <a:t>Maybe, they looked at me like a bodyguard.</a:t>
            </a:r>
          </a:p>
          <a:p>
            <a:r>
              <a:rPr lang="en-US" altLang="ko-KR" dirty="0"/>
              <a:t>I was wearing a suit</a:t>
            </a:r>
          </a:p>
          <a:p>
            <a:r>
              <a:rPr lang="en-US" altLang="ko-KR" dirty="0"/>
              <a:t>Not even a single one was good looking</a:t>
            </a:r>
          </a:p>
          <a:p>
            <a:r>
              <a:rPr lang="en-US" altLang="ko-KR" dirty="0"/>
              <a:t>It made me feel that I want to speak better</a:t>
            </a:r>
          </a:p>
        </p:txBody>
      </p:sp>
    </p:spTree>
    <p:extLst>
      <p:ext uri="{BB962C8B-B14F-4D97-AF65-F5344CB8AC3E}">
        <p14:creationId xmlns:p14="http://schemas.microsoft.com/office/powerpoint/2010/main" val="356095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IT WAS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Project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was the last project you finished?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was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was the client?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big was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last project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마지막 프로젝트는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The last project was a hotel lobby.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in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있었어요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It was in Incheon.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client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클라이언트는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The client was a big hotel.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about ~ meters wide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폭이 ~미터쯤이었어요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It was about twenty meters wide.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large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559052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559052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area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Client is GS group / This event organized by them and it was hackathon / Originally, it was for large location but changed to smaller one due to safety / it was in the intercontinental Seoul / it was about 3 meters wide / The concept was a relaxed room.</a:t>
            </a: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IT STARTED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Beginning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did they find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they want?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show them first?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long did it take to say yes?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saw our work 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~에서 저희 작업을 봤어요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They saw our work at a show.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wanted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원했어요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They wanted something with light.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First, I showed them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먼저 ~를 보여줬어요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First, I showed them a short video.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took ~ to decide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결정하는 데 ~ 걸렸어요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It took two weeks to decide.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example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51076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view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They saw our company’s Instagram / They wanted contents &amp; projector rentals / Actually, they checked all our website and Instagram already. / About 2 to 5 days / they sent us an e-mail for an inquiry. We reviewed and provided them a quote</a:t>
            </a: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HARD PART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Went Wrong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was the hardest part?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Did anything go wrong?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did you fix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Did the client change their mind?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hard part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어려웠던 건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The hard part was the time.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Something went wrong with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문제가 생겼어요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Something went wrong with the screen.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fixed it by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~해서 고쳤어요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We fixed it by working at night.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changed ~ at the last minute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막판에 ~를 바꿨어요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They changed the colors at the last minute.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issue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559052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559052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control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Something went wrong with projector connecting / When we finish the event, we will go fix the projector / </a:t>
            </a: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END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Finishing It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happened on the last day?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Was the client happy?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you do differently?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next?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 the last day, we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마지막 날 ~했어요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On the last day, we turned it on for the first time.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client said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클라이언트가 ~라고 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The client said it was beautiful.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Next time, I'd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다음엔 ~할 거예요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Next time, I'd start earlier.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Next, we're working 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다음은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Next, we're working on a museum.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open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until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Next time, I’d use projector cover to be less seen / I met a new guy in the marketing class. He is opening new resort in </a:t>
            </a:r>
            <a:r>
              <a:rPr lang="en-US" altLang="ko-KR" sz="1400" dirty="0" err="1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Gapyung</a:t>
            </a:r>
            <a:r>
              <a:rPr lang="en-US" altLang="ko-KR" sz="1400" dirty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. He asked me that can you review the quote I received. So I reviewed and he asked that can you send a quote from Beam Monster. So I am sending today.</a:t>
            </a: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947</Words>
  <Application>Microsoft Office PowerPoint</Application>
  <PresentationFormat>와이드스크린</PresentationFormat>
  <Paragraphs>137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6</cp:revision>
  <dcterms:created xsi:type="dcterms:W3CDTF">2026-09-20T23:52:19Z</dcterms:created>
  <dcterms:modified xsi:type="dcterms:W3CDTF">2026-09-22T01:02:37Z</dcterms:modified>
</cp:coreProperties>
</file>
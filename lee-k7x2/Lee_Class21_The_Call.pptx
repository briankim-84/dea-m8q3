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32DE06ED-5D98-4F43-BF94-C04732C8BDCA}"/>
    <pc:docChg chg="custSel modSld">
      <pc:chgData name="Brian Kim" userId="bfb6c6aebdabc740" providerId="LiveId" clId="{32DE06ED-5D98-4F43-BF94-C04732C8BDCA}" dt="2026-09-11T01:04:38.564" v="1355" actId="20577"/>
      <pc:docMkLst>
        <pc:docMk/>
      </pc:docMkLst>
      <pc:sldChg chg="modSp mod">
        <pc:chgData name="Brian Kim" userId="bfb6c6aebdabc740" providerId="LiveId" clId="{32DE06ED-5D98-4F43-BF94-C04732C8BDCA}" dt="2026-09-11T00:39:05.787" v="502" actId="20577"/>
        <pc:sldMkLst>
          <pc:docMk/>
          <pc:sldMk cId="0" sldId="257"/>
        </pc:sldMkLst>
        <pc:spChg chg="mod">
          <ac:chgData name="Brian Kim" userId="bfb6c6aebdabc740" providerId="LiveId" clId="{32DE06ED-5D98-4F43-BF94-C04732C8BDCA}" dt="2026-09-11T00:39:05.787" v="502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32DE06ED-5D98-4F43-BF94-C04732C8BDCA}" dt="2026-09-11T00:51:48.995" v="657" actId="20577"/>
        <pc:sldMkLst>
          <pc:docMk/>
          <pc:sldMk cId="0" sldId="258"/>
        </pc:sldMkLst>
        <pc:spChg chg="mod">
          <ac:chgData name="Brian Kim" userId="bfb6c6aebdabc740" providerId="LiveId" clId="{32DE06ED-5D98-4F43-BF94-C04732C8BDCA}" dt="2026-09-11T00:51:48.995" v="657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32DE06ED-5D98-4F43-BF94-C04732C8BDCA}" dt="2026-09-11T00:54:28.977" v="787" actId="20577"/>
        <pc:sldMkLst>
          <pc:docMk/>
          <pc:sldMk cId="0" sldId="259"/>
        </pc:sldMkLst>
        <pc:spChg chg="mod">
          <ac:chgData name="Brian Kim" userId="bfb6c6aebdabc740" providerId="LiveId" clId="{32DE06ED-5D98-4F43-BF94-C04732C8BDCA}" dt="2026-09-11T00:54:28.977" v="787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Brian Kim" userId="bfb6c6aebdabc740" providerId="LiveId" clId="{32DE06ED-5D98-4F43-BF94-C04732C8BDCA}" dt="2026-09-11T01:00:19.260" v="1141" actId="20577"/>
        <pc:sldMkLst>
          <pc:docMk/>
          <pc:sldMk cId="0" sldId="260"/>
        </pc:sldMkLst>
        <pc:spChg chg="mod">
          <ac:chgData name="Brian Kim" userId="bfb6c6aebdabc740" providerId="LiveId" clId="{32DE06ED-5D98-4F43-BF94-C04732C8BDCA}" dt="2026-09-11T01:00:19.260" v="1141" actId="20577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Brian Kim" userId="bfb6c6aebdabc740" providerId="LiveId" clId="{32DE06ED-5D98-4F43-BF94-C04732C8BDCA}" dt="2026-09-11T01:04:38.564" v="1355" actId="20577"/>
        <pc:sldMkLst>
          <pc:docMk/>
          <pc:sldMk cId="0" sldId="261"/>
        </pc:sldMkLst>
        <pc:spChg chg="mod">
          <ac:chgData name="Brian Kim" userId="bfb6c6aebdabc740" providerId="LiveId" clId="{32DE06ED-5D98-4F43-BF94-C04732C8BDCA}" dt="2026-09-11T01:04:38.564" v="1355" actId="20577"/>
          <ac:spMkLst>
            <pc:docMk/>
            <pc:sldMk cId="0" sldId="261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15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LEE · CLASS 21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Call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got her number. Now pick up the phone.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your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go out this week?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a ~ week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~한 한 주였어요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It was a quiet week.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out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~랑 나갔어요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went out with a friend from work.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It</a:t>
            </a:r>
            <a:r>
              <a:rPr lang="ko-KR" altLang="en-US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was</a:t>
            </a:r>
            <a:r>
              <a:rPr lang="ko-KR" altLang="en-US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busy</a:t>
            </a:r>
            <a:r>
              <a:rPr lang="ko-KR" altLang="en-US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week. I tried many things. I wish I can go out everyday.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 had a meeting hosted by Kim Kyung-min who is famous installation artist in Korea. And there were artists and politicians from </a:t>
            </a:r>
            <a:r>
              <a:rPr lang="en-US" altLang="ko-KR" sz="1200" dirty="0" err="1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Goyang</a:t>
            </a: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. Big shot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If I am interested, I can stay up late. No problem.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She was more mature than her age group. How come it didn’t work out?</a:t>
            </a:r>
            <a:endParaRPr lang="ko-KR" sz="12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Calling Her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got her number last night. What do you say when she picks up?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if she doesn't remember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Hi, this is ~ — we met at ~ last night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어젯밤 ~에서 만난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Hi, this is Lee — we met at the bar last night.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hope this isn't a bad time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지금 통화 괜찮으세요?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said I could call, so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전화해도 된다고 하셔서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You said I could call, so here I am.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remember me? I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 기억하세요? ~였는데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Do you remember me? I was the guy with the gin and tonic.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hope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sure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Do you remember me? You said, I was the best looking guy at the bar last night.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You said I could call, so I called you.</a:t>
            </a:r>
          </a:p>
          <a:p>
            <a:pPr marL="0" indent="0">
              <a:buNone/>
            </a:pPr>
            <a:endParaRPr lang="ko-KR" sz="12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Asking to Meet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ask her out?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says she's busy this week. Then what?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Are you free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시간 있어요?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Are you free this Saturday?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like to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~하실래요?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Would you like to get dinner?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~?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어때요?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How about next week, then?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pressure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부담 갖지 마세요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No pressure — just let me know.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reason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Are you free this Friday?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Would you like to go my favorite Italian restaurant?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How about Saturday instead?</a:t>
            </a:r>
            <a:endParaRPr lang="ko-KR" sz="12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Time and Place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 says yes. Where and when?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end the call?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Let's meet at ~ around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~에서 ~쯤 만나요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Let's meet at Hongdae station around seven.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know a good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아는 좋은 ~가 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know a good Korean place near there.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text you the address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주소는 문자로 보낼게요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Great — see you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좋아요, ~에 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Great — see you Saturday.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lead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67208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67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If you want, I can go pick you up.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Let’s meet at around Yongsan regional office around 9am.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I know a good Italian restaurant which is my favorite.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Great. See you Saturday 9am. Don’t eat too much on Friday. No party on Friday.</a:t>
            </a:r>
            <a:endParaRPr lang="ko-KR" sz="12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Saturday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Saturday. You see her. First words?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say about last night?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Hey! You made it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왔네요!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look great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 멋지네요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glad you came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와줘서 좋아요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Last night was fun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어젯밤 재밌었어요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Last night was fun — I'm glad I called.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happen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present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Compliment / ----- looks nice on you. The dress looks nice on you. The bag looks nice on you.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Are you glad (that) I came?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latin typeface="Calibri"/>
                <a:ea typeface="맑은 고딕"/>
                <a:cs typeface="맑은 고딕"/>
              </a:rPr>
              <a:t>Thursday night was fun. That night was fun, Are you glad that I called?</a:t>
            </a:r>
            <a:endParaRPr lang="ko-KR" sz="1200" dirty="0">
              <a:solidFill>
                <a:schemeClr val="bg1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769</Words>
  <Application>Microsoft Office PowerPoint</Application>
  <PresentationFormat>와이드스크린</PresentationFormat>
  <Paragraphs>125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4</cp:revision>
  <dcterms:created xsi:type="dcterms:W3CDTF">2026-09-10T13:49:02Z</dcterms:created>
  <dcterms:modified xsi:type="dcterms:W3CDTF">2026-09-11T01:05:14Z</dcterms:modified>
</cp:coreProperties>
</file>
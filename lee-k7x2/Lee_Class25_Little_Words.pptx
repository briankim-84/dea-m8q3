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LEE · CLASS 25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Little Words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· at · on · to · for · by · with — 문장을 붙잡고 있는 작은 단어들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ROUND 1 · SATURDAY NIGHT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Fix It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이태원 이야기 — 네가 한 말이야. 빈칸에 뭐가 들어갈까?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80160" y="1792224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proud of you ___ using English with them.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 사람들이랑 영어 써서 자랑스러워요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503920" y="18288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for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77240" y="259689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80160" y="256032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went ___ the wrong spot.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우리 엉뚱한 데로 갔어요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503920" y="259689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to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7240" y="3364992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280160" y="3328416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Maybe they looked ___ me like a bodyguard.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날 경호원처럼 봤나 봐요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503920" y="336499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at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041648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77240" y="413308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280160" y="409651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talked ___ a lot of Swedish guys.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스웨덴 남자들이랑 얘기 많이 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503920" y="4133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with  ·  to  (둘 다 OK — with는 '같이 대화', to는 '내가 말을 건')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809744"/>
            <a:ext cx="1109167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77240" y="4901184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4C05C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280160" y="4864608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 soon as we made eye contact, they asked me to hang out ___ them.</a:t>
            </a:r>
            <a:endParaRPr lang="en-US" sz="17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눈 마주치자마자 같이 놀자고 했어요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503920" y="490118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with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22960" y="573328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ROLE-PLAY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"So how was Itaewon?"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Brian = 친구. 고친 문장으로 다시 이야기하기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ROUND 2 · MONDAY, INTERCONTINENTAL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Where's the Projector?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GS 해커톤 방. 그림 보고 대답하기.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846320" cy="3749040"/>
          </a:xfrm>
          <a:prstGeom prst="rect">
            <a:avLst/>
          </a:prstGeom>
          <a:solidFill>
            <a:srgbClr val="16273F"/>
          </a:solidFill>
          <a:ln w="19050">
            <a:solidFill>
              <a:srgbClr val="9FB0CC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3040" y="1847088"/>
            <a:ext cx="3017520" cy="292608"/>
          </a:xfrm>
          <a:prstGeom prst="roundRect">
            <a:avLst>
              <a:gd name="adj" fmla="val 15625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63040" y="18470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SCREEN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31720" y="3063240"/>
            <a:ext cx="1280160" cy="777240"/>
          </a:xfrm>
          <a:prstGeom prst="roundRect">
            <a:avLst>
              <a:gd name="adj" fmla="val 5882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233172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TABLE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315468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560320" y="3154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projector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71800" y="3840480"/>
            <a:ext cx="0" cy="502920"/>
          </a:xfrm>
          <a:prstGeom prst="line">
            <a:avLst/>
          </a:prstGeom>
          <a:noFill/>
          <a:ln w="19050">
            <a:solidFill>
              <a:srgbClr val="E4C05C"/>
            </a:solidFill>
            <a:prstDash val="dash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0632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cable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83080" y="4480560"/>
            <a:ext cx="2377440" cy="640080"/>
          </a:xfrm>
          <a:prstGeom prst="roundRect">
            <a:avLst>
              <a:gd name="adj" fmla="val 714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SOFA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8872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887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🌿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97680" y="45720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297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🌿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06040" y="516636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606040" y="5166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speaker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321808" y="1920240"/>
            <a:ext cx="146304" cy="822960"/>
          </a:xfrm>
          <a:prstGeom prst="rect">
            <a:avLst/>
          </a:prstGeom>
          <a:solidFill>
            <a:srgbClr val="C9A432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48056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DOOR</a:t>
            </a:r>
            <a:endParaRPr lang="en-US" sz="1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623560" y="173736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Where's the projector?  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Where's the screen?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Where's the cable?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Where's the sofa?</a:t>
            </a:r>
            <a:endParaRPr lang="en-US" sz="14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Where's the speaker?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863840" y="1737360"/>
            <a:ext cx="3776472" cy="3794760"/>
          </a:xfrm>
          <a:prstGeom prst="roundRect">
            <a:avLst>
              <a:gd name="adj" fmla="val 217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138160" y="1920240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8138160" y="2240280"/>
            <a:ext cx="32278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위에 / 붙어서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the middle of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한가운데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under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아래에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front of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앞에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behind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뒤에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between A and B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A와 B 사이에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next to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옆에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22960" y="573328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ROLE-PLAY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"Put it on the table, next to…"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Lee = 현장 매니저. 설치 기사한테 전화로 위치 지시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ROUND 3 · THIS WEEK, GAPYEONG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Beat the Deadline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가평 리조트 견적 건. Brian은 'When?'만 물어봐요.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78992" cy="1188720"/>
          </a:xfrm>
          <a:prstGeom prst="roundRect">
            <a:avLst>
              <a:gd name="adj" fmla="val 76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MON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Client email · 10:00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719072" y="1737360"/>
            <a:ext cx="1078992" cy="1188720"/>
          </a:xfrm>
          <a:prstGeom prst="roundRect">
            <a:avLst>
              <a:gd name="adj" fmla="val 76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19072" y="18105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TUE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64792" y="21945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check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89504" y="1737360"/>
            <a:ext cx="1078992" cy="1188720"/>
          </a:xfrm>
          <a:prstGeom prst="roundRect">
            <a:avLst>
              <a:gd name="adj" fmla="val 76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889504" y="18105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WED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935224" y="21945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Site check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59936" y="1737360"/>
            <a:ext cx="1078992" cy="1188720"/>
          </a:xfrm>
          <a:prstGeom prst="roundRect">
            <a:avLst>
              <a:gd name="adj" fmla="val 762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059936" y="18105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THU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105656" y="21945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Quote out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30368" y="1737360"/>
            <a:ext cx="1078992" cy="1188720"/>
          </a:xfrm>
          <a:prstGeom prst="roundRect">
            <a:avLst>
              <a:gd name="adj" fmla="val 762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230368" y="181051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FRI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5276088" y="21945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Call · 10:00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737360" y="3063240"/>
            <a:ext cx="2103120" cy="0"/>
          </a:xfrm>
          <a:prstGeom prst="line">
            <a:avLst/>
          </a:prstGeom>
          <a:noFill/>
          <a:ln w="25400">
            <a:solidFill>
              <a:srgbClr val="C9A432"/>
            </a:solidFill>
            <a:prstDash val="solid"/>
            <a:headEnd type="triangle"/>
            <a:tailEnd type="triangle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173736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two days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48640" y="34747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Office hours  9:00 – 18:00</a:t>
            </a:r>
            <a:endParaRPr lang="en-US" sz="12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Now: Wednesday 3 pm · in a meeting until 4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48640" y="40233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When did the local client email you?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How long did the site check take?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When will you send the quote?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Can they call the service desk at 7 pm?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Q5  When's the call?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4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Q6  Is the new price ready yet?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92240" y="1737360"/>
            <a:ext cx="5148072" cy="3794760"/>
          </a:xfrm>
          <a:prstGeom prst="roundRect">
            <a:avLst>
              <a:gd name="adj" fmla="val 21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66560" y="192024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766560" y="2240280"/>
            <a:ext cx="45994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~ / at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~요일에 / ~시에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 Monday, at ten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동안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 two days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~까지 (그 전에 끝)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 Thursday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until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~까지 (계속)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office is open until six.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뒤에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have it ready in an hour.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since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~부터 지금까지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050" i="1" dirty="0">
                <a:solidFill>
                  <a:srgbClr val="8FA0BD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been available since Monday.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22960" y="573328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ROLE-PLAY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"When can I get the quote?"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Brian = 가평 클라이언트, 전화로 재촉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ROUND 4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One Word Changes Everything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같은 문장, 한 단어만 달라요. 뭐가 달라질까?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be back in five minutes.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5분 뒤에 올게요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0" y="17830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talked for five minutes.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00800" y="21214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5분 동안 얘기했어요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833872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505456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77240" y="25511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Send it by Friday.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77240" y="2889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금요일 전에 아무 때나 보내요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72200" y="2505456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400800" y="25511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in Singapore until Friday.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0" y="28895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금요일까지 계속 싱가포르에 있어요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833872" y="26883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273552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77240" y="33192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Talk to the client.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7724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클라이언트한테 말해요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72200" y="3273552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00800" y="33192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Talk about the client.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0080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클라이언트에 대해 얘기해요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833872" y="3456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4041648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777240" y="40873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We've been in this market since 2019.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77240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2019년부터 이 시장에 있었어요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172200" y="4041648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6400800" y="40873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worked there from 2019 to 2022.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00800" y="442569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2019년부터 2022년까지 일했어요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833872" y="42245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4809744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777240" y="48554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arrived at the hotel.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777240" y="5193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호텔(한 지점)에 도착했어요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72200" y="4809744"/>
            <a:ext cx="5468112" cy="676656"/>
          </a:xfrm>
          <a:prstGeom prst="roundRect">
            <a:avLst>
              <a:gd name="adj" fmla="val 121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6400800" y="48554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 arrived in Singapore.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400800" y="5193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↳ 싱가포르(도시·나라)에 도착했어요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5833872" y="49926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822960" y="573328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ROLE-PLAY 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한국어로 먼저 차이 → 영어 예문 하나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 뜻은 클릭하면 나와요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4" grpId="0"/>
      <p:bldP spid="17" grpId="0"/>
      <p:bldP spid="21" grpId="0"/>
      <p:bldP spid="24" grpId="0"/>
      <p:bldP spid="28" grpId="0"/>
      <p:bldP spid="31" grpId="0"/>
      <p:bldP spid="35" grpId="0"/>
      <p:bldP spid="3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FINALE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Count Them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이번 주를 한 번에. Brian이 전치사 개수를 세요.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SAT NIGHT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Itaewon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Casa Cuervo · Swedish guys · a suit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11480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MONDAY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57200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InterContinental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GS hackathon · projector · 3 meters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86384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46720" y="1737360"/>
            <a:ext cx="3566160" cy="1737360"/>
          </a:xfrm>
          <a:prstGeom prst="roundRect">
            <a:avLst>
              <a:gd name="adj" fmla="val 4737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21040" y="18745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THIS WEEK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32104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Gapyeong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21040" y="2788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resort quote · by Thursday · the call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63093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3749040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307592" y="3749040"/>
            <a:ext cx="63093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307592" y="3749040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066544" y="3749040"/>
            <a:ext cx="63093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2066544" y="3749040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25496" y="3749040"/>
            <a:ext cx="63093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825496" y="3749040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584448" y="3749040"/>
            <a:ext cx="8503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3584448" y="374904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62856" y="3749040"/>
            <a:ext cx="74066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62856" y="3749040"/>
            <a:ext cx="740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for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31536" y="3749040"/>
            <a:ext cx="63093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431536" y="3749040"/>
            <a:ext cx="630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90488" y="37490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6190488" y="3749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until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278624" y="37490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7278624" y="3749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since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366760" y="3749040"/>
            <a:ext cx="8503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8366760" y="374904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with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345168" y="374904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9345168" y="374904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0433304" y="3749040"/>
            <a:ext cx="117957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0433304" y="374904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next to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48640" y="4251960"/>
            <a:ext cx="106984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4" name="Text 42"/>
          <p:cNvSpPr txBox="1"/>
          <p:nvPr/>
        </p:nvSpPr>
        <p:spPr>
          <a:xfrm>
            <a:off x="548640" y="42519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behind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746504" y="4251960"/>
            <a:ext cx="117957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1746504" y="4251960"/>
            <a:ext cx="1179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between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3054096" y="425196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3054096" y="42519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under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48640" y="4846320"/>
            <a:ext cx="3593592" cy="1097280"/>
          </a:xfrm>
          <a:prstGeom prst="roundRect">
            <a:avLst>
              <a:gd name="adj" fmla="val 7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822960" y="4956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TRY 1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82296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297680" y="4846320"/>
            <a:ext cx="3593592" cy="1097280"/>
          </a:xfrm>
          <a:prstGeom prst="roundRect">
            <a:avLst>
              <a:gd name="adj" fmla="val 7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4572000" y="4956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TRY 2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457200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046720" y="4846320"/>
            <a:ext cx="3593592" cy="1097280"/>
          </a:xfrm>
          <a:prstGeom prst="roundRect">
            <a:avLst>
              <a:gd name="adj" fmla="val 75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  <p:txBody>
          <a:bodyPr/>
          <a:p>
            <a:endParaRPr sz="140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8321040" y="49560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RECORD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7" name="Text 55"/>
          <p:cNvSpPr txBox="1"/>
          <p:nvPr/>
        </p:nvSpPr>
        <p:spPr>
          <a:xfrm>
            <a:off x="8321040" y="52578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400" dirty="0">
              <a:solidFill>
                <a:srgbClr val="FFFFFF"/>
              </a:solidFill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2026-09-22T02:04:55Z</dcterms:created>
  <dcterms:modified xsi:type="dcterms:W3CDTF">2026-09-22T02:04:55Z</dcterms:modified>
</cp:coreProperties>
</file>
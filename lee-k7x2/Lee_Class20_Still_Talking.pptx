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14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672" y="-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24F31985-F3DB-47E5-BB70-82893ED18CC9}"/>
    <pc:docChg chg="custSel modSld">
      <pc:chgData name="Brian Kim" userId="bfb6c6aebdabc740" providerId="LiveId" clId="{24F31985-F3DB-47E5-BB70-82893ED18CC9}" dt="2026-09-08T00:55:13.293" v="1285" actId="20577"/>
      <pc:docMkLst>
        <pc:docMk/>
      </pc:docMkLst>
      <pc:sldChg chg="addSp modSp mod">
        <pc:chgData name="Brian Kim" userId="bfb6c6aebdabc740" providerId="LiveId" clId="{24F31985-F3DB-47E5-BB70-82893ED18CC9}" dt="2026-09-08T00:36:44.104" v="283" actId="20577"/>
        <pc:sldMkLst>
          <pc:docMk/>
          <pc:sldMk cId="0" sldId="257"/>
        </pc:sldMkLst>
        <pc:spChg chg="add mod">
          <ac:chgData name="Brian Kim" userId="bfb6c6aebdabc740" providerId="LiveId" clId="{24F31985-F3DB-47E5-BB70-82893ED18CC9}" dt="2026-09-08T00:36:44.104" v="283" actId="20577"/>
          <ac:spMkLst>
            <pc:docMk/>
            <pc:sldMk cId="0" sldId="257"/>
            <ac:spMk id="16" creationId="{74FE2CC1-5233-4998-9C78-A198749470BB}"/>
          </ac:spMkLst>
        </pc:spChg>
      </pc:sldChg>
      <pc:sldChg chg="addSp modSp mod">
        <pc:chgData name="Brian Kim" userId="bfb6c6aebdabc740" providerId="LiveId" clId="{24F31985-F3DB-47E5-BB70-82893ED18CC9}" dt="2026-09-08T00:47:38.086" v="705" actId="20577"/>
        <pc:sldMkLst>
          <pc:docMk/>
          <pc:sldMk cId="0" sldId="258"/>
        </pc:sldMkLst>
        <pc:spChg chg="mod">
          <ac:chgData name="Brian Kim" userId="bfb6c6aebdabc740" providerId="LiveId" clId="{24F31985-F3DB-47E5-BB70-82893ED18CC9}" dt="2026-09-08T00:35:31.316" v="2" actId="27636"/>
          <ac:spMkLst>
            <pc:docMk/>
            <pc:sldMk cId="0" sldId="258"/>
            <ac:spMk id="8" creationId="{00000000-0000-0000-0000-000000000000}"/>
          </ac:spMkLst>
        </pc:spChg>
        <pc:spChg chg="add mod">
          <ac:chgData name="Brian Kim" userId="bfb6c6aebdabc740" providerId="LiveId" clId="{24F31985-F3DB-47E5-BB70-82893ED18CC9}" dt="2026-09-08T00:47:38.086" v="705" actId="20577"/>
          <ac:spMkLst>
            <pc:docMk/>
            <pc:sldMk cId="0" sldId="258"/>
            <ac:spMk id="16" creationId="{A69EA36B-ECBD-4265-B915-A39B35028FBC}"/>
          </ac:spMkLst>
        </pc:spChg>
      </pc:sldChg>
      <pc:sldChg chg="addSp modSp mod">
        <pc:chgData name="Brian Kim" userId="bfb6c6aebdabc740" providerId="LiveId" clId="{24F31985-F3DB-47E5-BB70-82893ED18CC9}" dt="2026-09-08T00:55:13.293" v="1285" actId="20577"/>
        <pc:sldMkLst>
          <pc:docMk/>
          <pc:sldMk cId="0" sldId="259"/>
        </pc:sldMkLst>
        <pc:spChg chg="add mod">
          <ac:chgData name="Brian Kim" userId="bfb6c6aebdabc740" providerId="LiveId" clId="{24F31985-F3DB-47E5-BB70-82893ED18CC9}" dt="2026-09-08T00:55:13.293" v="1285" actId="20577"/>
          <ac:spMkLst>
            <pc:docMk/>
            <pc:sldMk cId="0" sldId="259"/>
            <ac:spMk id="16" creationId="{72FB9DE1-1975-4D9C-B8EB-E8333E599F9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9257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· CLASS 20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Still Talking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line worked. Now keep it going.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Catching Up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was your week?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go anywhere new?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743200"/>
          </a:xfrm>
          <a:prstGeom prst="roundRect">
            <a:avLst>
              <a:gd name="adj" fmla="val 3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91072" y="1719072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291072" y="2011680"/>
            <a:ext cx="51480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a ~ week</a:t>
            </a:r>
            <a:endParaRPr lang="en-US" sz="14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~한 한 주였어요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It was a slow week.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finally ~</a:t>
            </a:r>
            <a:endParaRPr lang="en-US" sz="14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드디어 ~했어요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 finally went to that new place.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9884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9884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51076" y="449884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51076" y="44988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2960" y="52852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FE2CC1-5233-4998-9C78-A198749470BB}"/>
              </a:ext>
            </a:extLst>
          </p:cNvPr>
          <p:cNvSpPr txBox="1"/>
          <p:nvPr/>
        </p:nvSpPr>
        <p:spPr>
          <a:xfrm>
            <a:off x="663982" y="5501100"/>
            <a:ext cx="10860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I go to Costco every 2 weeks. I always buy whole wheat burrito. But it was sold out. So I bought white burrito. But I don’t like white burrito. Because white burrito has more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Flowers, higher calories and on top of that, it gets busted easier. 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Are You From?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 from?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it like there?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have you been in Seoul?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743200"/>
          </a:xfrm>
          <a:prstGeom prst="roundRect">
            <a:avLst>
              <a:gd name="adj" fmla="val 3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91072" y="1719072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291072" y="2011680"/>
            <a:ext cx="51480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it like in ~?</a:t>
            </a:r>
            <a:endParaRPr lang="en-US" sz="14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~는 어때요?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What's it like in Bangkok?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always wanted to go there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 거기 꼭 가보고 싶었어요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way, really?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진짜요?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have you been ~ing?</a:t>
            </a:r>
            <a:endParaRPr lang="en-US" sz="14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~한 지 얼마나 됐어요?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How long have you been travelling?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9884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9884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47088" y="449884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47088" y="449884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2960" y="52852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9EA36B-ECBD-4265-B915-A39B35028FBC}"/>
              </a:ext>
            </a:extLst>
          </p:cNvPr>
          <p:cNvSpPr txBox="1"/>
          <p:nvPr/>
        </p:nvSpPr>
        <p:spPr>
          <a:xfrm>
            <a:off x="663982" y="5501100"/>
            <a:ext cx="10883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I have been in Bali for 2 days. I am staying for another 3 days.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What brings you here? I worked in Jakarta. So I finished my work and came to Bali for a vacation.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Any good spots to visit? You mean food wise? Or exhibition wise? Sightseeing wise? Food. Any particular in mind? Korean. I have my version of Korean Michelin guide book.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 You Do?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do for work?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get into that?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like it?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743200"/>
          </a:xfrm>
          <a:prstGeom prst="roundRect">
            <a:avLst>
              <a:gd name="adj" fmla="val 3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91072" y="1719072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291072" y="2011680"/>
            <a:ext cx="51480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do for work?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무슨 일 하세요?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get into that?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어쩌다 그 일을 하게 됐어요?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sounds ~</a:t>
            </a:r>
            <a:endParaRPr lang="en-US" sz="14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~하겠네요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That sounds tough.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love to hear more about ~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얘기 더 듣고 싶어요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9884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9884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51076" y="449884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51076" y="449884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2960" y="52852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FB9DE1-1975-4D9C-B8EB-E8333E599F93}"/>
              </a:ext>
            </a:extLst>
          </p:cNvPr>
          <p:cNvSpPr txBox="1"/>
          <p:nvPr/>
        </p:nvSpPr>
        <p:spPr>
          <a:xfrm>
            <a:off x="663982" y="5501100"/>
            <a:ext cx="106657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I create media interior for both indoor and outdoor spaces. I have many jobs, painter, media artist and CEO of the company. Maybe your tour guide for tomorrow.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Life is survival. We always change jobs. When I was 26, I didn’t have any jobs. I read books everyday especially philosophical related. I thought I was looking for a reason.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One day, my mother told me that try drawing. So I just did it. And then here I am.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You Been To ~?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been to Gwangjang Market?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have you eaten here so far?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still want to see?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743200"/>
          </a:xfrm>
          <a:prstGeom prst="roundRect">
            <a:avLst>
              <a:gd name="adj" fmla="val 3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91072" y="1719072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291072" y="2011680"/>
            <a:ext cx="51480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been to ~?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가봤어요?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to try ~</a:t>
            </a:r>
            <a:endParaRPr lang="en-US" sz="14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~는 꼭 드셔봐야 해요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You have to try the fried chicken.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take you there sometime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제가 언제 데려가 드릴게요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like ~, you'll love ~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~를 좋아하시면 ~도 좋아하실 거예요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9884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9884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59052" y="449884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9052" y="449884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2960" y="52852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629</Words>
  <Application>Microsoft Office PowerPoint</Application>
  <PresentationFormat>와이드스크린</PresentationFormat>
  <Paragraphs>94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4</cp:revision>
  <dcterms:created xsi:type="dcterms:W3CDTF">2026-09-01T16:37:09Z</dcterms:created>
  <dcterms:modified xsi:type="dcterms:W3CDTF">2026-09-08T01:02:45Z</dcterms:modified>
</cp:coreProperties>
</file>
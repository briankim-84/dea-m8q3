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12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0753689E-3AE9-4ED1-A4D5-9F072A3D2FA2}"/>
    <pc:docChg chg="custSel modSld">
      <pc:chgData name="Brian Kim" userId="bfb6c6aebdabc740" providerId="LiveId" clId="{0753689E-3AE9-4ED1-A4D5-9F072A3D2FA2}" dt="2026-10-06T00:57:43.580" v="1773" actId="20577"/>
      <pc:docMkLst>
        <pc:docMk/>
      </pc:docMkLst>
      <pc:sldChg chg="modSp mod">
        <pc:chgData name="Brian Kim" userId="bfb6c6aebdabc740" providerId="LiveId" clId="{0753689E-3AE9-4ED1-A4D5-9F072A3D2FA2}" dt="2026-10-06T00:30:00.501" v="583" actId="20577"/>
        <pc:sldMkLst>
          <pc:docMk/>
          <pc:sldMk cId="0" sldId="257"/>
        </pc:sldMkLst>
        <pc:spChg chg="mod">
          <ac:chgData name="Brian Kim" userId="bfb6c6aebdabc740" providerId="LiveId" clId="{0753689E-3AE9-4ED1-A4D5-9F072A3D2FA2}" dt="2026-10-06T00:30:00.501" v="583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Brian Kim" userId="bfb6c6aebdabc740" providerId="LiveId" clId="{0753689E-3AE9-4ED1-A4D5-9F072A3D2FA2}" dt="2026-10-06T00:42:03.683" v="1065" actId="6549"/>
        <pc:sldMkLst>
          <pc:docMk/>
          <pc:sldMk cId="0" sldId="258"/>
        </pc:sldMkLst>
        <pc:spChg chg="mod">
          <ac:chgData name="Brian Kim" userId="bfb6c6aebdabc740" providerId="LiveId" clId="{0753689E-3AE9-4ED1-A4D5-9F072A3D2FA2}" dt="2026-10-06T00:42:03.683" v="1065" actId="6549"/>
          <ac:spMkLst>
            <pc:docMk/>
            <pc:sldMk cId="0" sldId="258"/>
            <ac:spMk id="17" creationId="{00000000-0000-0000-0000-000000000000}"/>
          </ac:spMkLst>
        </pc:spChg>
      </pc:sldChg>
      <pc:sldChg chg="modSp mod">
        <pc:chgData name="Brian Kim" userId="bfb6c6aebdabc740" providerId="LiveId" clId="{0753689E-3AE9-4ED1-A4D5-9F072A3D2FA2}" dt="2026-10-06T00:57:43.580" v="1773" actId="20577"/>
        <pc:sldMkLst>
          <pc:docMk/>
          <pc:sldMk cId="0" sldId="259"/>
        </pc:sldMkLst>
        <pc:spChg chg="mod">
          <ac:chgData name="Brian Kim" userId="bfb6c6aebdabc740" providerId="LiveId" clId="{0753689E-3AE9-4ED1-A4D5-9F072A3D2FA2}" dt="2026-10-06T00:57:43.580" v="1773" actId="20577"/>
          <ac:spMkLst>
            <pc:docMk/>
            <pc:sldMk cId="0" sldId="259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46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· CLASS 27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listen to you. Korean is fine — Brian writes it down.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 you actually use English these days?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· 전화 · 대면 · 이메일 — 언제, 누구와, 얼마나 자주.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289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65960" y="150876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5087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45536" y="1508760"/>
            <a:ext cx="1527048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45536" y="150876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5087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0176" y="150876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0176" y="1508760"/>
            <a:ext cx="1289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194560"/>
            <a:ext cx="1072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2487168"/>
            <a:ext cx="10689336" cy="3730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Obviously, when I study English with my teacher.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I went to Itaewon pub.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Texting with business partner from China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Other than this, not much.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do you hope to use English?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I want to work with Singapore partner.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I want to talk with my Ukraine girlfriend. (as a joke)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I want to talk with my friends who visited Korea.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I want to watch movie without subtitles.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I want to listen music, I want to understand the lyrics.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the most fun in our classes so far?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자료, 어떤 활동, 어떤 이야기. 왜 그랬는지도.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09344" y="1508760"/>
            <a:ext cx="1527048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9344" y="150876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4408" y="150876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4408" y="150876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story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76088" y="1508760"/>
            <a:ext cx="1764792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1508760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8896" y="1508760"/>
            <a:ext cx="2596896" cy="402336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68896" y="15087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with Brian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194560"/>
            <a:ext cx="1072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2487168"/>
            <a:ext cx="10689336" cy="3730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liked the first class. Because it was introduce my company.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I meet someone for first time. Small talk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Talking about the pub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Preposition. Because learning preposition will help my English.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Listen &amp; shadow. Because listen &amp; shadow is easy to listen for driving.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Game vs. talking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-&gt; talking better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build a sentence on your own, where do you get stuck?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아래 문장을 영어로 만들어 봐요. 막히는 자리가 답이에요.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120640" cy="4800600"/>
          </a:xfrm>
          <a:prstGeom prst="roundRect">
            <a:avLst>
              <a:gd name="adj" fmla="val 1524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1848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IN ENGLISH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매일 아침 커피를 마셔요.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어제 손님이 쇼룸에 왔어요.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프로젝터는 작년 모델보다 밝아요.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금요일까지 20대 보낼 수 있어요?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설치하는 데 두 시간 걸려요.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싱가포르에 가본 적 있어요?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비가 와서 배송이 늦어질 것 같아요.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직접 가서 확인할게요.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1508760"/>
            <a:ext cx="5788152" cy="4800600"/>
          </a:xfrm>
          <a:prstGeom prst="roundRect">
            <a:avLst>
              <a:gd name="adj" fmla="val 1524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53328" y="1600200"/>
            <a:ext cx="5422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LEE MADE · WHERE HE STOPPED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53328" y="1892808"/>
            <a:ext cx="5385816" cy="4325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 drink coffee every morning.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Guest visited my showroom yesterday.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This projector is brighter than last year model.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This projector is brighter than the model from last year.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You can ship 20 units end of Friday?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Can you ship 20 units end of Friday?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Can you ship 20 units by Friday?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Can you ship 20 units until Friday?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 need set-up time as 2 hours.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 need 2 hours to set-up.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It needs 2 hours to set-up.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Have you ever been to Singapore?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Sorry. Delivery is a bit late because of rain.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Delivery will be late due to the rain.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 will be checking to myself. Vs. I will be checking for myself.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481</Words>
  <Application>Microsoft Office PowerPoint</Application>
  <PresentationFormat>와이드스크린</PresentationFormat>
  <Paragraphs>73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2026-10-05T23:37:50Z</dcterms:created>
  <dcterms:modified xsi:type="dcterms:W3CDTF">2026-10-06T01:00:28Z</dcterms:modified>
</cp:coreProperties>
</file>
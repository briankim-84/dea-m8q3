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6374" autoAdjust="0"/>
    <p:restoredTop sz="94610"/>
  </p:normalViewPr>
  <p:slideViewPr>
    <p:cSldViewPr snapToGrid="0" snapToObjects="1">
      <p:cViewPr>
        <p:scale>
          <a:sx n="125" d="100"/>
          <a:sy n="125" d="100"/>
        </p:scale>
        <p:origin x="528" y="-2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ian Kim" userId="bfb6c6aebdabc740" providerId="LiveId" clId="{D7C7385C-7657-40FF-89F6-44CFC569404F}"/>
    <pc:docChg chg="undo custSel modSld">
      <pc:chgData name="Brian Kim" userId="bfb6c6aebdabc740" providerId="LiveId" clId="{D7C7385C-7657-40FF-89F6-44CFC569404F}" dt="2026-09-18T01:03:06.395" v="79" actId="20577"/>
      <pc:docMkLst>
        <pc:docMk/>
      </pc:docMkLst>
      <pc:sldChg chg="modSp mod">
        <pc:chgData name="Brian Kim" userId="bfb6c6aebdabc740" providerId="LiveId" clId="{D7C7385C-7657-40FF-89F6-44CFC569404F}" dt="2026-09-18T00:16:01.703" v="56" actId="20577"/>
        <pc:sldMkLst>
          <pc:docMk/>
          <pc:sldMk cId="0" sldId="257"/>
        </pc:sldMkLst>
        <pc:spChg chg="mod">
          <ac:chgData name="Brian Kim" userId="bfb6c6aebdabc740" providerId="LiveId" clId="{D7C7385C-7657-40FF-89F6-44CFC569404F}" dt="2026-09-18T00:03:43.666" v="21" actId="14100"/>
          <ac:spMkLst>
            <pc:docMk/>
            <pc:sldMk cId="0" sldId="257"/>
            <ac:spMk id="6" creationId="{00000000-0000-0000-0000-000000000000}"/>
          </ac:spMkLst>
        </pc:spChg>
        <pc:spChg chg="mod">
          <ac:chgData name="Brian Kim" userId="bfb6c6aebdabc740" providerId="LiveId" clId="{D7C7385C-7657-40FF-89F6-44CFC569404F}" dt="2026-09-18T00:03:43.666" v="21" actId="14100"/>
          <ac:spMkLst>
            <pc:docMk/>
            <pc:sldMk cId="0" sldId="257"/>
            <ac:spMk id="7" creationId="{00000000-0000-0000-0000-000000000000}"/>
          </ac:spMkLst>
        </pc:spChg>
        <pc:spChg chg="mod">
          <ac:chgData name="Brian Kim" userId="bfb6c6aebdabc740" providerId="LiveId" clId="{D7C7385C-7657-40FF-89F6-44CFC569404F}" dt="2026-09-18T00:03:49.204" v="24" actId="27636"/>
          <ac:spMkLst>
            <pc:docMk/>
            <pc:sldMk cId="0" sldId="257"/>
            <ac:spMk id="8" creationId="{00000000-0000-0000-0000-000000000000}"/>
          </ac:spMkLst>
        </pc:spChg>
        <pc:spChg chg="mod">
          <ac:chgData name="Brian Kim" userId="bfb6c6aebdabc740" providerId="LiveId" clId="{D7C7385C-7657-40FF-89F6-44CFC569404F}" dt="2026-09-18T00:16:01.703" v="56" actId="20577"/>
          <ac:spMkLst>
            <pc:docMk/>
            <pc:sldMk cId="0" sldId="257"/>
            <ac:spMk id="16" creationId="{00000000-0000-0000-0000-000000000000}"/>
          </ac:spMkLst>
        </pc:spChg>
      </pc:sldChg>
      <pc:sldChg chg="modSp mod">
        <pc:chgData name="Brian Kim" userId="bfb6c6aebdabc740" providerId="LiveId" clId="{D7C7385C-7657-40FF-89F6-44CFC569404F}" dt="2026-09-18T00:04:08.524" v="30" actId="27636"/>
        <pc:sldMkLst>
          <pc:docMk/>
          <pc:sldMk cId="0" sldId="258"/>
        </pc:sldMkLst>
        <pc:spChg chg="mod">
          <ac:chgData name="Brian Kim" userId="bfb6c6aebdabc740" providerId="LiveId" clId="{D7C7385C-7657-40FF-89F6-44CFC569404F}" dt="2026-09-18T00:04:05.338" v="28" actId="14100"/>
          <ac:spMkLst>
            <pc:docMk/>
            <pc:sldMk cId="0" sldId="258"/>
            <ac:spMk id="6" creationId="{00000000-0000-0000-0000-000000000000}"/>
          </ac:spMkLst>
        </pc:spChg>
        <pc:spChg chg="mod">
          <ac:chgData name="Brian Kim" userId="bfb6c6aebdabc740" providerId="LiveId" clId="{D7C7385C-7657-40FF-89F6-44CFC569404F}" dt="2026-09-18T00:04:01.075" v="27" actId="1076"/>
          <ac:spMkLst>
            <pc:docMk/>
            <pc:sldMk cId="0" sldId="258"/>
            <ac:spMk id="7" creationId="{00000000-0000-0000-0000-000000000000}"/>
          </ac:spMkLst>
        </pc:spChg>
        <pc:spChg chg="mod">
          <ac:chgData name="Brian Kim" userId="bfb6c6aebdabc740" providerId="LiveId" clId="{D7C7385C-7657-40FF-89F6-44CFC569404F}" dt="2026-09-18T00:04:08.524" v="30" actId="27636"/>
          <ac:spMkLst>
            <pc:docMk/>
            <pc:sldMk cId="0" sldId="258"/>
            <ac:spMk id="8" creationId="{00000000-0000-0000-0000-000000000000}"/>
          </ac:spMkLst>
        </pc:spChg>
      </pc:sldChg>
      <pc:sldChg chg="modSp mod">
        <pc:chgData name="Brian Kim" userId="bfb6c6aebdabc740" providerId="LiveId" clId="{D7C7385C-7657-40FF-89F6-44CFC569404F}" dt="2026-09-18T01:03:06.395" v="79" actId="20577"/>
        <pc:sldMkLst>
          <pc:docMk/>
          <pc:sldMk cId="0" sldId="259"/>
        </pc:sldMkLst>
        <pc:spChg chg="mod">
          <ac:chgData name="Brian Kim" userId="bfb6c6aebdabc740" providerId="LiveId" clId="{D7C7385C-7657-40FF-89F6-44CFC569404F}" dt="2026-09-18T00:04:22.856" v="41" actId="14100"/>
          <ac:spMkLst>
            <pc:docMk/>
            <pc:sldMk cId="0" sldId="259"/>
            <ac:spMk id="6" creationId="{00000000-0000-0000-0000-000000000000}"/>
          </ac:spMkLst>
        </pc:spChg>
        <pc:spChg chg="mod">
          <ac:chgData name="Brian Kim" userId="bfb6c6aebdabc740" providerId="LiveId" clId="{D7C7385C-7657-40FF-89F6-44CFC569404F}" dt="2026-09-18T00:04:19.836" v="40" actId="1076"/>
          <ac:spMkLst>
            <pc:docMk/>
            <pc:sldMk cId="0" sldId="259"/>
            <ac:spMk id="7" creationId="{00000000-0000-0000-0000-000000000000}"/>
          </ac:spMkLst>
        </pc:spChg>
        <pc:spChg chg="mod">
          <ac:chgData name="Brian Kim" userId="bfb6c6aebdabc740" providerId="LiveId" clId="{D7C7385C-7657-40FF-89F6-44CFC569404F}" dt="2026-09-18T00:04:28.577" v="45" actId="27636"/>
          <ac:spMkLst>
            <pc:docMk/>
            <pc:sldMk cId="0" sldId="259"/>
            <ac:spMk id="8" creationId="{00000000-0000-0000-0000-000000000000}"/>
          </ac:spMkLst>
        </pc:spChg>
        <pc:spChg chg="mod">
          <ac:chgData name="Brian Kim" userId="bfb6c6aebdabc740" providerId="LiveId" clId="{D7C7385C-7657-40FF-89F6-44CFC569404F}" dt="2026-09-18T01:03:06.395" v="79" actId="20577"/>
          <ac:spMkLst>
            <pc:docMk/>
            <pc:sldMk cId="0" sldId="259"/>
            <ac:spMk id="16" creationId="{00000000-0000-0000-0000-000000000000}"/>
          </ac:spMkLst>
        </pc:spChg>
      </pc:sldChg>
      <pc:sldChg chg="modSp mod">
        <pc:chgData name="Brian Kim" userId="bfb6c6aebdabc740" providerId="LiveId" clId="{D7C7385C-7657-40FF-89F6-44CFC569404F}" dt="2026-09-18T00:04:57.623" v="54" actId="27636"/>
        <pc:sldMkLst>
          <pc:docMk/>
          <pc:sldMk cId="0" sldId="260"/>
        </pc:sldMkLst>
        <pc:spChg chg="mod">
          <ac:chgData name="Brian Kim" userId="bfb6c6aebdabc740" providerId="LiveId" clId="{D7C7385C-7657-40FF-89F6-44CFC569404F}" dt="2026-09-18T00:04:49.360" v="49" actId="14100"/>
          <ac:spMkLst>
            <pc:docMk/>
            <pc:sldMk cId="0" sldId="260"/>
            <ac:spMk id="6" creationId="{00000000-0000-0000-0000-000000000000}"/>
          </ac:spMkLst>
        </pc:spChg>
        <pc:spChg chg="mod">
          <ac:chgData name="Brian Kim" userId="bfb6c6aebdabc740" providerId="LiveId" clId="{D7C7385C-7657-40FF-89F6-44CFC569404F}" dt="2026-09-18T00:04:45.910" v="48" actId="1076"/>
          <ac:spMkLst>
            <pc:docMk/>
            <pc:sldMk cId="0" sldId="260"/>
            <ac:spMk id="7" creationId="{00000000-0000-0000-0000-000000000000}"/>
          </ac:spMkLst>
        </pc:spChg>
        <pc:spChg chg="mod">
          <ac:chgData name="Brian Kim" userId="bfb6c6aebdabc740" providerId="LiveId" clId="{D7C7385C-7657-40FF-89F6-44CFC569404F}" dt="2026-09-18T00:04:57.623" v="54" actId="27636"/>
          <ac:spMkLst>
            <pc:docMk/>
            <pc:sldMk cId="0" sldId="260"/>
            <ac:spMk id="8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76466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9659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LEE · CLASS 23</a:t>
            </a:r>
            <a:endParaRPr lang="en-US" sz="16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822960" y="237744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Keep Them Talking</a:t>
            </a:r>
            <a:endParaRPr lang="en-US" sz="44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822960" y="3566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Today you ask the questions. I'll keep my answers short.</a:t>
            </a:r>
            <a:endParaRPr lang="en-US" sz="17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822960" y="6126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E7F9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Do English with Brian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OPENING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Starting It Off</a:t>
            </a:r>
            <a:endParaRPr lang="en-US" sz="30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QUESTIONS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48640" y="1865376"/>
            <a:ext cx="5257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Q1  </a:t>
            </a: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Ask me how my weekend was.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Q2  </a:t>
            </a: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Ask me what I did.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Q3  </a:t>
            </a: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Ask me who I was with.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Q4  </a:t>
            </a: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Ask me what's new.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394960" y="557784"/>
            <a:ext cx="6568440" cy="4626864"/>
          </a:xfrm>
          <a:prstGeom prst="roundRect">
            <a:avLst>
              <a:gd name="adj" fmla="val 2571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lstStyle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5669280" y="749131"/>
            <a:ext cx="5925526" cy="396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TOOLBOX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5669280" y="1060703"/>
            <a:ext cx="5925526" cy="39593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How was your weekend?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주말 어땠어요?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800"/>
              </a:spcAft>
              <a:buNone/>
            </a:pPr>
            <a:r>
              <a:rPr lang="en-US" sz="1050" i="1" dirty="0">
                <a:solidFill>
                  <a:srgbClr val="8FA0BD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e.g. So, how was your weekend?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Did you do anything fun?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뭐 재밌는 거 했어요?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800"/>
              </a:spcAft>
              <a:buNone/>
            </a:pPr>
            <a:r>
              <a:rPr lang="en-US" sz="1050" i="1" dirty="0">
                <a:solidFill>
                  <a:srgbClr val="8FA0BD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e.g. Did you do anything fun, or just rest?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Where did you go?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어디 갔어요?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800"/>
              </a:spcAft>
              <a:buNone/>
            </a:pPr>
            <a:r>
              <a:rPr lang="en-US" sz="1050" i="1" dirty="0">
                <a:solidFill>
                  <a:srgbClr val="8FA0BD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e.g. Where did you go on Saturday?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Who did you go with?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누구랑 갔어요?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800"/>
              </a:spcAft>
              <a:buNone/>
            </a:pPr>
            <a:r>
              <a:rPr lang="en-US" sz="1050" i="1" dirty="0">
                <a:solidFill>
                  <a:srgbClr val="8FA0BD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e.g. Who did you go with — friends?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Have you been busy?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바빴어요?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800"/>
              </a:spcAft>
              <a:buNone/>
            </a:pPr>
            <a:r>
              <a:rPr lang="en-US" sz="1050" i="1" dirty="0">
                <a:solidFill>
                  <a:srgbClr val="8FA0BD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e.g. Have you been busy this week?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What's new with you?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요즘 어때요?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800"/>
              </a:spcAft>
              <a:buNone/>
            </a:pPr>
            <a:r>
              <a:rPr lang="en-US" sz="1050" i="1" dirty="0">
                <a:solidFill>
                  <a:srgbClr val="8FA0BD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e.g. So, what's new with you?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How's work going?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일은 어때요?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800"/>
              </a:spcAft>
              <a:buNone/>
            </a:pPr>
            <a:r>
              <a:rPr lang="en-US" sz="1050" i="1" dirty="0">
                <a:solidFill>
                  <a:srgbClr val="8FA0BD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e.g. How's work going these days?</a:t>
            </a:r>
            <a:endParaRPr lang="en-US" sz="14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548640" y="43434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FROM YOUR WORDS</a:t>
            </a:r>
            <a:r>
              <a:rPr lang="en-US" sz="1100" dirty="0">
                <a:solidFill>
                  <a:srgbClr val="6E7F9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·  </a:t>
            </a: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지난주 단어</a:t>
            </a:r>
            <a:endParaRPr lang="en-US" sz="11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4636008"/>
            <a:ext cx="1152144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  <p:txBody>
          <a:bodyPr/>
          <a:lstStyle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548640" y="4636008"/>
            <a:ext cx="1152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consider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847088" y="4636008"/>
            <a:ext cx="1152144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  <p:txBody>
          <a:bodyPr/>
          <a:lstStyle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1847088" y="4636008"/>
            <a:ext cx="1152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together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48640" y="5303520"/>
            <a:ext cx="11091672" cy="1188720"/>
          </a:xfrm>
          <a:prstGeom prst="roundRect">
            <a:avLst>
              <a:gd name="adj" fmla="val 6923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dash"/>
          </a:ln>
        </p:spPr>
        <p:txBody>
          <a:bodyPr/>
          <a:lstStyle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822960" y="541324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CAUGHT TODAY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822960" y="5687568"/>
            <a:ext cx="105156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endParaRPr lang="ko-KR" sz="1400" dirty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ONE DEEPER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Don't Stop at the First Answer</a:t>
            </a:r>
            <a:endParaRPr lang="en-US" sz="30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QUESTIONS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48640" y="1865376"/>
            <a:ext cx="5257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Q1  </a:t>
            </a: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 gave you a short answer. Ask me more.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Q2  </a:t>
            </a: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Ask me why I picked that.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Q3  </a:t>
            </a: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Ask me if I go often.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Q4  </a:t>
            </a: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Ask me if I'd do it again.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654039" y="1208193"/>
            <a:ext cx="6190827" cy="3821008"/>
          </a:xfrm>
          <a:prstGeom prst="roundRect">
            <a:avLst>
              <a:gd name="adj" fmla="val 2571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lstStyle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5928360" y="1391073"/>
            <a:ext cx="5056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TOOLBOX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5928360" y="1711113"/>
            <a:ext cx="5056632" cy="31995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What made you choose that?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왜 그걸 골랐어요?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800"/>
              </a:spcAft>
              <a:buNone/>
            </a:pPr>
            <a:r>
              <a:rPr lang="en-US" sz="1050" i="1" dirty="0">
                <a:solidFill>
                  <a:srgbClr val="8FA0BD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e.g. What made you choose that place?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How long have you been doing that?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그거 한 지 얼마나 됐어요?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800"/>
              </a:spcAft>
              <a:buNone/>
            </a:pPr>
            <a:r>
              <a:rPr lang="en-US" sz="1050" i="1" dirty="0">
                <a:solidFill>
                  <a:srgbClr val="8FA0BD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e.g. How long have you been doing that?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Was it your first time?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처음이었어요?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800"/>
              </a:spcAft>
              <a:buNone/>
            </a:pPr>
            <a:r>
              <a:rPr lang="en-US" sz="1050" i="1" dirty="0">
                <a:solidFill>
                  <a:srgbClr val="8FA0BD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e.g. Was it your first time there?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What was the best part?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제일 좋았던 건 뭐예요?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800"/>
              </a:spcAft>
              <a:buNone/>
            </a:pPr>
            <a:r>
              <a:rPr lang="en-US" sz="1050" i="1" dirty="0">
                <a:solidFill>
                  <a:srgbClr val="8FA0BD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e.g. What was the best part of it?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How did you find it?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거기 어떻게 알았어요?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800"/>
              </a:spcAft>
              <a:buNone/>
            </a:pPr>
            <a:r>
              <a:rPr lang="en-US" sz="1050" i="1" dirty="0">
                <a:solidFill>
                  <a:srgbClr val="8FA0BD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e.g. How did you find that restaurant?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Do you go often?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자주 가요?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800"/>
              </a:spcAft>
              <a:buNone/>
            </a:pPr>
            <a:r>
              <a:rPr lang="en-US" sz="1050" i="1" dirty="0">
                <a:solidFill>
                  <a:srgbClr val="8FA0BD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e.g. Do you go there often?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Would you go again?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또 갈 거예요?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800"/>
              </a:spcAft>
              <a:buNone/>
            </a:pPr>
            <a:r>
              <a:rPr lang="en-US" sz="1050" i="1" dirty="0">
                <a:solidFill>
                  <a:srgbClr val="8FA0BD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e.g. Would you go again next time?</a:t>
            </a:r>
            <a:endParaRPr lang="en-US" sz="14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548640" y="43434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FROM YOUR WORDS</a:t>
            </a:r>
            <a:r>
              <a:rPr lang="en-US" sz="1100" dirty="0">
                <a:solidFill>
                  <a:srgbClr val="6E7F9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·  </a:t>
            </a: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지난주 단어</a:t>
            </a:r>
            <a:endParaRPr lang="en-US" sz="11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4636008"/>
            <a:ext cx="1152144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  <p:txBody>
          <a:bodyPr/>
          <a:lstStyle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548640" y="4636008"/>
            <a:ext cx="1152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continue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847088" y="4636008"/>
            <a:ext cx="768096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  <p:txBody>
          <a:bodyPr/>
          <a:lstStyle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1847088" y="4636008"/>
            <a:ext cx="768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care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48640" y="5303520"/>
            <a:ext cx="11091672" cy="1188720"/>
          </a:xfrm>
          <a:prstGeom prst="roundRect">
            <a:avLst>
              <a:gd name="adj" fmla="val 6923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dash"/>
          </a:ln>
        </p:spPr>
        <p:txBody>
          <a:bodyPr/>
          <a:lstStyle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822960" y="541324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CAUGHT TODAY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822960" y="5687568"/>
            <a:ext cx="105156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endParaRPr lang="ko-KR" sz="1400" dirty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WHEN YOU'RE CURIOUS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Really Digging In</a:t>
            </a:r>
            <a:endParaRPr lang="en-US" sz="30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QUESTIONS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48640" y="1865376"/>
            <a:ext cx="5257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Q1  </a:t>
            </a: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Something I said was interesting. Ask about it.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Q2  </a:t>
            </a: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Ask me what happened after that.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Q3  </a:t>
            </a: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Ask me how I felt.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Q4  </a:t>
            </a: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Ask me what other people said.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394960" y="839893"/>
            <a:ext cx="6364224" cy="4189308"/>
          </a:xfrm>
          <a:prstGeom prst="roundRect">
            <a:avLst>
              <a:gd name="adj" fmla="val 2571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lstStyle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5669280" y="1022773"/>
            <a:ext cx="5056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TOOLBOX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5669280" y="1342813"/>
            <a:ext cx="5056632" cy="37229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Tell me more about that.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그거 더 얘기해줘요.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800"/>
              </a:spcAft>
              <a:buNone/>
            </a:pPr>
            <a:r>
              <a:rPr lang="en-US" sz="1050" i="1" dirty="0">
                <a:solidFill>
                  <a:srgbClr val="8FA0BD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e.g. Tell me more about that trip.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What happened next?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그다음엔 어떻게 됐어요?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800"/>
              </a:spcAft>
              <a:buNone/>
            </a:pPr>
            <a:r>
              <a:rPr lang="en-US" sz="1050" i="1" dirty="0">
                <a:solidFill>
                  <a:srgbClr val="8FA0BD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e.g. And then what happened next?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Why do you think that happened?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왜 그렇게 됐다고 생각해요?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800"/>
              </a:spcAft>
              <a:buNone/>
            </a:pPr>
            <a:r>
              <a:rPr lang="en-US" sz="1050" i="1" dirty="0">
                <a:solidFill>
                  <a:srgbClr val="8FA0BD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e.g. Why do you think that happened?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What would you do differently?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다시 하면 뭘 바꿀 거예요?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800"/>
              </a:spcAft>
              <a:buNone/>
            </a:pPr>
            <a:r>
              <a:rPr lang="en-US" sz="1050" i="1" dirty="0">
                <a:solidFill>
                  <a:srgbClr val="8FA0BD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e.g. What would you do differently now?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How did you feel about it?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그때 어땠어요?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800"/>
              </a:spcAft>
              <a:buNone/>
            </a:pPr>
            <a:r>
              <a:rPr lang="en-US" sz="1050" i="1" dirty="0">
                <a:solidFill>
                  <a:srgbClr val="8FA0BD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e.g. How did you feel about that?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What did they say?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그 사람들은 뭐래요?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800"/>
              </a:spcAft>
              <a:buNone/>
            </a:pPr>
            <a:r>
              <a:rPr lang="en-US" sz="1050" i="1" dirty="0">
                <a:solidFill>
                  <a:srgbClr val="8FA0BD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e.g. What did they say when you told them?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Is that normal?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그게 보통이에요?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800"/>
              </a:spcAft>
              <a:buNone/>
            </a:pPr>
            <a:r>
              <a:rPr lang="en-US" sz="1050" i="1" dirty="0">
                <a:solidFill>
                  <a:srgbClr val="8FA0BD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e.g. Is that normal where you're from?</a:t>
            </a:r>
            <a:endParaRPr lang="en-US" sz="14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548640" y="43434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FROM YOUR WORDS</a:t>
            </a:r>
            <a:r>
              <a:rPr lang="en-US" sz="1100" dirty="0">
                <a:solidFill>
                  <a:srgbClr val="6E7F9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·  </a:t>
            </a: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지난주 단어</a:t>
            </a:r>
            <a:endParaRPr lang="en-US" sz="11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4636008"/>
            <a:ext cx="864108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  <p:txBody>
          <a:bodyPr/>
          <a:lstStyle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548640" y="4636008"/>
            <a:ext cx="8641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cause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559052" y="4636008"/>
            <a:ext cx="768096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  <p:txBody>
          <a:bodyPr/>
          <a:lstStyle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1559052" y="4636008"/>
            <a:ext cx="768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deal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48640" y="5303520"/>
            <a:ext cx="11091672" cy="1188720"/>
          </a:xfrm>
          <a:prstGeom prst="roundRect">
            <a:avLst>
              <a:gd name="adj" fmla="val 6923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dash"/>
          </a:ln>
        </p:spPr>
        <p:txBody>
          <a:bodyPr/>
          <a:lstStyle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822960" y="541324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CAUGHT TODAY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822960" y="5687568"/>
            <a:ext cx="105156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altLang="ko-KR" sz="1400" dirty="0">
                <a:solidFill>
                  <a:srgbClr val="FFFFFF"/>
                </a:solidFill>
                <a:latin typeface="Calibri"/>
                <a:ea typeface="맑은 고딕"/>
                <a:cs typeface="맑은 고딕"/>
              </a:rPr>
              <a:t>Have you told anyone?</a:t>
            </a:r>
            <a:endParaRPr lang="ko-KR" sz="1400" dirty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KEEPING IT ALIVE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When It Goes Quiet</a:t>
            </a:r>
            <a:endParaRPr lang="en-US" sz="30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QUESTIONS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48640" y="1865376"/>
            <a:ext cx="5257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Q1  </a:t>
            </a: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 stopped talking. Bring it back.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Q2  </a:t>
            </a: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React to what I said.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Q3  </a:t>
            </a: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Change the subject.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Q4  </a:t>
            </a: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Find something you have in common.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900506" y="923543"/>
            <a:ext cx="6858678" cy="4105657"/>
          </a:xfrm>
          <a:prstGeom prst="roundRect">
            <a:avLst>
              <a:gd name="adj" fmla="val 2571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lstStyle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5174826" y="1106424"/>
            <a:ext cx="5056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TOOLBOX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5174826" y="1426463"/>
            <a:ext cx="5056632" cy="37856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Really? I didn't know that.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진짜요? 몰랐어요.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800"/>
              </a:spcAft>
              <a:buNone/>
            </a:pPr>
            <a:r>
              <a:rPr lang="en-US" sz="1050" i="1" dirty="0">
                <a:solidFill>
                  <a:srgbClr val="8FA0BD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e.g. Really? I didn't know that.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Same here — I also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저도요, 저도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800"/>
              </a:spcAft>
              <a:buNone/>
            </a:pPr>
            <a:r>
              <a:rPr lang="en-US" sz="1050" i="1" dirty="0">
                <a:solidFill>
                  <a:srgbClr val="8FA0BD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e.g. Same here — I also hate mornings.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That reminds me of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그러고 보니 ~ 생각나네요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800"/>
              </a:spcAft>
              <a:buNone/>
            </a:pPr>
            <a:r>
              <a:rPr lang="en-US" sz="1050" i="1" dirty="0">
                <a:solidFill>
                  <a:srgbClr val="8FA0BD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e.g. That reminds me of my trip to Bali.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By the way, have you ~?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그런데 ~ 해봤어요?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800"/>
              </a:spcAft>
              <a:buNone/>
            </a:pPr>
            <a:r>
              <a:rPr lang="en-US" sz="1050" i="1" dirty="0">
                <a:solidFill>
                  <a:srgbClr val="8FA0BD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e.g. By the way, have you been to that new place?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No way!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말도 안 돼요!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800"/>
              </a:spcAft>
              <a:buNone/>
            </a:pPr>
            <a:r>
              <a:rPr lang="en-US" sz="1050" i="1" dirty="0">
                <a:solidFill>
                  <a:srgbClr val="8FA0BD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e.g. No way! That's crazy.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That sounds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~하겠네요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800"/>
              </a:spcAft>
              <a:buNone/>
            </a:pPr>
            <a:r>
              <a:rPr lang="en-US" sz="1050" i="1" dirty="0">
                <a:solidFill>
                  <a:srgbClr val="8FA0BD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e.g. That sounds fun.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 know what you mean.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무슨 말인지 알아요.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800"/>
              </a:spcAft>
              <a:buNone/>
            </a:pPr>
            <a:r>
              <a:rPr lang="en-US" sz="1050" i="1" dirty="0">
                <a:solidFill>
                  <a:srgbClr val="8FA0BD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e.g. I know what you mean — same for me.</a:t>
            </a:r>
            <a:endParaRPr lang="en-US" sz="14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548640" y="43434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FROM YOUR WORDS</a:t>
            </a:r>
            <a:r>
              <a:rPr lang="en-US" sz="1100" dirty="0">
                <a:solidFill>
                  <a:srgbClr val="6E7F9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·  </a:t>
            </a: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지난주 단어</a:t>
            </a:r>
            <a:endParaRPr lang="en-US" sz="11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4636008"/>
            <a:ext cx="1056132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  <p:txBody>
          <a:bodyPr/>
          <a:lstStyle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548640" y="4636008"/>
            <a:ext cx="10561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concern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751076" y="4636008"/>
            <a:ext cx="1152144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  <p:txBody>
          <a:bodyPr/>
          <a:lstStyle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1751076" y="4636008"/>
            <a:ext cx="1152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possible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48640" y="5303520"/>
            <a:ext cx="11091672" cy="1188720"/>
          </a:xfrm>
          <a:prstGeom prst="roundRect">
            <a:avLst>
              <a:gd name="adj" fmla="val 6923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dash"/>
          </a:ln>
        </p:spPr>
        <p:txBody>
          <a:bodyPr/>
          <a:lstStyle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822960" y="541324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CAUGHT TODAY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822960" y="5687568"/>
            <a:ext cx="105156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endParaRPr lang="ko-KR" sz="1400" dirty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814</Words>
  <Application>Microsoft Office PowerPoint</Application>
  <PresentationFormat>와이드스크린</PresentationFormat>
  <Paragraphs>142</Paragraphs>
  <Slides>5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0" baseType="lpstr">
      <vt:lpstr>맑은 고딕</vt:lpstr>
      <vt:lpstr>Arial</vt:lpstr>
      <vt:lpstr>Calibri</vt:lpstr>
      <vt:lpstr>Georgia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Brian Kim</cp:lastModifiedBy>
  <cp:revision>2</cp:revision>
  <dcterms:created xsi:type="dcterms:W3CDTF">2026-09-17T00:10:49Z</dcterms:created>
  <dcterms:modified xsi:type="dcterms:W3CDTF">2026-09-18T01:06:29Z</dcterms:modified>
</cp:coreProperties>
</file>
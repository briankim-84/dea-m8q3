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747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CA53C59C-4BE1-433F-A687-BE6D600F65E2}"/>
    <pc:docChg chg="custSel modSld">
      <pc:chgData name="Brian Kim" userId="bfb6c6aebdabc740" providerId="LiveId" clId="{CA53C59C-4BE1-433F-A687-BE6D600F65E2}" dt="2026-10-09T00:56:52.621" v="1661" actId="20577"/>
      <pc:docMkLst>
        <pc:docMk/>
      </pc:docMkLst>
      <pc:sldChg chg="modSp mod">
        <pc:chgData name="Brian Kim" userId="bfb6c6aebdabc740" providerId="LiveId" clId="{CA53C59C-4BE1-433F-A687-BE6D600F65E2}" dt="2026-10-09T00:26:31.285" v="145" actId="20577"/>
        <pc:sldMkLst>
          <pc:docMk/>
          <pc:sldMk cId="0" sldId="257"/>
        </pc:sldMkLst>
        <pc:spChg chg="mod">
          <ac:chgData name="Brian Kim" userId="bfb6c6aebdabc740" providerId="LiveId" clId="{CA53C59C-4BE1-433F-A687-BE6D600F65E2}" dt="2026-10-09T00:26:31.285" v="145" actId="20577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32:30.276" v="411" actId="20577"/>
        <pc:sldMkLst>
          <pc:docMk/>
          <pc:sldMk cId="0" sldId="258"/>
        </pc:sldMkLst>
        <pc:spChg chg="mod">
          <ac:chgData name="Brian Kim" userId="bfb6c6aebdabc740" providerId="LiveId" clId="{CA53C59C-4BE1-433F-A687-BE6D600F65E2}" dt="2026-10-09T00:32:30.276" v="411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36:30.168" v="687" actId="20577"/>
        <pc:sldMkLst>
          <pc:docMk/>
          <pc:sldMk cId="0" sldId="259"/>
        </pc:sldMkLst>
        <pc:spChg chg="mod">
          <ac:chgData name="Brian Kim" userId="bfb6c6aebdabc740" providerId="LiveId" clId="{CA53C59C-4BE1-433F-A687-BE6D600F65E2}" dt="2026-10-09T00:36:30.168" v="687" actId="20577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43:12.068" v="832" actId="20577"/>
        <pc:sldMkLst>
          <pc:docMk/>
          <pc:sldMk cId="0" sldId="260"/>
        </pc:sldMkLst>
        <pc:spChg chg="mod">
          <ac:chgData name="Brian Kim" userId="bfb6c6aebdabc740" providerId="LiveId" clId="{CA53C59C-4BE1-433F-A687-BE6D600F65E2}" dt="2026-10-09T00:43:12.068" v="832" actId="20577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46:21.544" v="1046" actId="20577"/>
        <pc:sldMkLst>
          <pc:docMk/>
          <pc:sldMk cId="0" sldId="261"/>
        </pc:sldMkLst>
        <pc:spChg chg="mod">
          <ac:chgData name="Brian Kim" userId="bfb6c6aebdabc740" providerId="LiveId" clId="{CA53C59C-4BE1-433F-A687-BE6D600F65E2}" dt="2026-10-09T00:46:21.544" v="1046" actId="20577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54:19.547" v="1428" actId="20577"/>
        <pc:sldMkLst>
          <pc:docMk/>
          <pc:sldMk cId="0" sldId="262"/>
        </pc:sldMkLst>
        <pc:spChg chg="mod">
          <ac:chgData name="Brian Kim" userId="bfb6c6aebdabc740" providerId="LiveId" clId="{CA53C59C-4BE1-433F-A687-BE6D600F65E2}" dt="2026-10-09T00:54:19.547" v="1428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Brian Kim" userId="bfb6c6aebdabc740" providerId="LiveId" clId="{CA53C59C-4BE1-433F-A687-BE6D600F65E2}" dt="2026-10-09T00:56:52.621" v="1661" actId="20577"/>
        <pc:sldMkLst>
          <pc:docMk/>
          <pc:sldMk cId="0" sldId="263"/>
        </pc:sldMkLst>
        <pc:spChg chg="mod">
          <ac:chgData name="Brian Kim" userId="bfb6c6aebdabc740" providerId="LiveId" clId="{CA53C59C-4BE1-433F-A687-BE6D600F65E2}" dt="2026-10-09T00:56:52.621" v="1661" actId="20577"/>
          <ac:spMkLst>
            <pc:docMk/>
            <pc:sldMk cId="0" sldId="263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70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· CLASS 28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Hours in Seoul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Singapore partner lands Friday night and flies out Sunday. You planned it all. Walk me through it — and handle whatever goes wrong.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1_airport_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· 9 PM   ·   1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Arrivals, Incheon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Korea! How was ~?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Welcome to Korea! How was the flight?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take ~.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Let me take your bag.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about ~ to get to ~.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 takes about an hour and a half to get to the hotel on a Friday.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hotel far from here?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His suitcase didn't come out. What do you say, and what do you do first?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How was the flight?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Let me take your bag.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takes about 3 mins to get to hotel.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(Is the hotel nearby here?)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6675120" y="65105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  </a:t>
            </a: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2_pu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· 11 PM   ·   2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Pub in Itaewon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I ~.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This is where I come after work.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always get ~ here.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always get the gin and tonic here.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follow ~?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Do you follow football?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people usually drink in Korea?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He doesn't drink alcohol at all. Change the plan — right now, out loud.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This is where I come in the morning.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 always get the sparkling water here.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Do you follow your hobby?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Many people drink champagne and vodka set in Itaewon.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Because it gets drunk fast.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3_showroo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· 10 AM   ·   3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Showroom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~ for ~.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 make LED displays for shops and events.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is ~ than ~.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This one is brighter than last year's model — look at the light.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show you ~?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 I show you how it works?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these?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The projector won't turn on. Keep talking while you fix it.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We make LED displays for shops and interior.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This one is more efficient than interior.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Can I show you before and after?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First, hotel and resort companies. And construction companies.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And bar, restaurant and café. And hospital.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6675120" y="65105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  </a:t>
            </a: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4_lun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· 12:30 PM   ·   4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 — Your Pick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okay with ~?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Are you okay with Korean barbecue?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handle ~?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 you handle spicy food?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order for ~.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Let me order for both of us.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this one?  (he points at a side dish)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He can't eat spicy food at all. Pick another place — fast.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Are you okay with </a:t>
            </a:r>
            <a:r>
              <a:rPr lang="ko-KR" altLang="en-US" sz="1400" dirty="0">
                <a:solidFill>
                  <a:schemeClr val="bg1"/>
                </a:solidFill>
              </a:rPr>
              <a:t>평양냉면</a:t>
            </a:r>
            <a:r>
              <a:rPr lang="en-US" altLang="ko-KR" sz="1400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Can you handle chopstick?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Let me order for you.</a:t>
            </a:r>
          </a:p>
          <a:p>
            <a:pPr marL="0" indent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나물 </a:t>
            </a:r>
            <a:r>
              <a:rPr lang="en-US" altLang="ko-KR" sz="1400" dirty="0">
                <a:solidFill>
                  <a:schemeClr val="bg1"/>
                </a:solidFill>
              </a:rPr>
              <a:t>is like Korean salad.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5_hanri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· 3 PM   ·   5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Han River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want to ~ or ~?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Do you want to walk or rent bikes?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weekends, people ~.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On weekends, people come here with chicken and beer.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you can see ~.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From here you can see the bridge.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come here often?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It starts raining. Plan B — where do you take him?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Do you want to run or walk?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On weekends, couple come here with chicken with beer.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On weekends, family come here with camping gears.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From here you can see the drone show. Fireworks during autumn.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6675120" y="65105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  </a:t>
            </a: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6_night_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· 8 PM   ·   6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Rooftop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grab ~ before ~.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Let's grab dinner before the bar.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~ over there.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That's Namsan Tower over there — at the top of the hill.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like ~ so far?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How do you like Seoul so far?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favorite part of Seoul?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He wants one more place, but you're exhausted. Say no — nicely.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Let’s grab a massage before the dinner.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That’s Lotte tower over there – at the </a:t>
            </a:r>
            <a:r>
              <a:rPr lang="en-US" sz="1400" dirty="0" err="1">
                <a:solidFill>
                  <a:schemeClr val="bg1"/>
                </a:solidFill>
              </a:rPr>
              <a:t>Jamsil</a:t>
            </a:r>
            <a:r>
              <a:rPr lang="en-US" sz="1400" dirty="0">
                <a:solidFill>
                  <a:schemeClr val="bg1"/>
                </a:solidFill>
              </a:rPr>
              <a:t> area.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How do you like me so far?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Food and the beautiful city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6675120" y="65105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  </a:t>
            </a: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_build/lee28/s7_sund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27432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· 11 AM   ·   7 /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5303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the Airport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280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SAYS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1536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sleep ~?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Did you sleep okay?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311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for ~.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6946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This is for your team — Korean snacks.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92608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time, I'll ~.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2644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Next time, I'll come to Singapore for the whole week.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6576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365760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ASKS   </a:t>
            </a: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you come?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0" y="4434840"/>
            <a:ext cx="4983480" cy="868680"/>
          </a:xfrm>
          <a:prstGeom prst="roundRect">
            <a:avLst>
              <a:gd name="adj" fmla="val 8421"/>
            </a:avLst>
          </a:prstGeom>
          <a:solidFill>
            <a:srgbClr val="0C1A31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 ·  click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47000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His flight is delayed three hours. What do you do with him?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544068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5486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715000"/>
            <a:ext cx="4617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Did you sleep good? Well? Okay? Alright? Right?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This is for your wife and children.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Next time, I’ll go to Singapore for the whole month.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About next month.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6675120" y="651052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   </a:t>
            </a: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 the whole weekend in two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night → Saturday → Sunday. No slides. Brian is the partner, back in Singapore, asking "So how was it?"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492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River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496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498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0" y="2048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108960"/>
            <a:ext cx="11091672" cy="3200400"/>
          </a:xfrm>
          <a:prstGeom prst="roundRect">
            <a:avLst>
              <a:gd name="adj" fmla="val 228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520440"/>
            <a:ext cx="1060704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1049</Words>
  <Application>Microsoft Office PowerPoint</Application>
  <PresentationFormat>와이드스크린</PresentationFormat>
  <Paragraphs>157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2026-10-08T08:40:04Z</dcterms:created>
  <dcterms:modified xsi:type="dcterms:W3CDTF">2026-10-09T14:11:42Z</dcterms:modified>
</cp:coreProperties>
</file>
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65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INYOUNG · CLASS 1</a:t>
            </a:r>
            <a:endParaRPr lang="en-US" sz="16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822960" y="237744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First Class</a:t>
            </a:r>
            <a:endParaRPr lang="en-US" sz="4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822960" y="3566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Your lab, your English, and where you want it to go.</a:t>
            </a:r>
            <a:endParaRPr lang="en-US" sz="17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822960" y="6126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E7F9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Do English with Brian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HELLO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Who You Are Right Now</a:t>
            </a:r>
            <a:endParaRPr lang="en-US" sz="30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QUESTIONS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5257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Q1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are you researching right now?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Q2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How long have you been in that lab?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Q3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Why that field?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Q4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do you do when you're not in the lab?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35040" y="1554480"/>
            <a:ext cx="5605272" cy="2743200"/>
          </a:xfrm>
          <a:prstGeom prst="roundRect">
            <a:avLst>
              <a:gd name="adj" fmla="val 3000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309360" y="173736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TOOLBOX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309360" y="2057400"/>
            <a:ext cx="505663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I'm working on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~를 연구하고 있어요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I've been in the lab for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랩에 있은 지 ~ 됐어요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 got into it because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~라서 이 분야에 왔어요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Outside the lab, I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랩 밖에선 ~해요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Most of my week is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한 주의 대부분은 ~예요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5303520"/>
            <a:ext cx="11091672" cy="1188720"/>
          </a:xfrm>
          <a:prstGeom prst="roundRect">
            <a:avLst>
              <a:gd name="adj" fmla="val 6923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822960" y="54132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CAUGHT TODAY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822960" y="5687568"/>
            <a:ext cx="105156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endParaRPr lang="ko-KR" sz="1400" dirty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YOUR LAB MEETINGS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Where English Shows Up</a:t>
            </a:r>
            <a:endParaRPr lang="en-US" sz="30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QUESTIONS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5257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Q1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Walk me through a lab meeting — who talks, and for how long?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Q2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When does English get hard — asking, answering, or presenting?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Q3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happens when you don't understand a question?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Q4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Do you speak up, or wait?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35040" y="1554480"/>
            <a:ext cx="5605272" cy="2926080"/>
          </a:xfrm>
          <a:prstGeom prst="roundRect">
            <a:avLst>
              <a:gd name="adj" fmla="val 2813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309360" y="173736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TOOLBOX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309360" y="2057400"/>
            <a:ext cx="5056632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We meet every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~마다 모여요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Usually my professor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보통 교수님이 ~하세요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The hard part is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어려운 건 ~예요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When I don't understand, I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못 알아들으면 ~해요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 usually wait until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보통 ~까지 기다려요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I'd rather say nothing than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~하느니 차라리 말을 안 해요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5303520"/>
            <a:ext cx="11091672" cy="1188720"/>
          </a:xfrm>
          <a:prstGeom prst="roundRect">
            <a:avLst>
              <a:gd name="adj" fmla="val 6923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822960" y="54132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CAUGHT TODAY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822960" y="5687568"/>
            <a:ext cx="105156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endParaRPr lang="ko-KR" sz="1400" dirty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YOUR ENGLISH SO FAR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What You've Tried</a:t>
            </a:r>
            <a:endParaRPr lang="en-US" sz="30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QUESTIONS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5257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Q1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Where did the English you have come from?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Q2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have you tried before, and what worked?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Q3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feels hardest — speed, words, or confidence?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Q4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When do you avoid English?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35040" y="1554480"/>
            <a:ext cx="5605272" cy="2926080"/>
          </a:xfrm>
          <a:prstGeom prst="roundRect">
            <a:avLst>
              <a:gd name="adj" fmla="val 2813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309360" y="173736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TOOLBOX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309360" y="2057400"/>
            <a:ext cx="5056632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Most of it came from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대부분 ~에서 왔어요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 studied with ~, but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~로 공부했는데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worked was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효과가 있었던 건 ~예요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The hardest part is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제일 어려운 건 ~예요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 avoid it when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~할 땐 피하게 돼요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 know the word — I just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단어는 아는데 ~예요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5303520"/>
            <a:ext cx="11091672" cy="1188720"/>
          </a:xfrm>
          <a:prstGeom prst="roundRect">
            <a:avLst>
              <a:gd name="adj" fmla="val 6923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822960" y="54132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CAUGHT TODAY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822960" y="5687568"/>
            <a:ext cx="105156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endParaRPr lang="ko-KR" sz="1400" dirty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YOU WANT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Six Months From Now</a:t>
            </a:r>
            <a:endParaRPr lang="en-US" sz="30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QUESTIONS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5257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Q1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Six months from now, what do you want to be able to do?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Q2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Is there a conference or a talk coming?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Q3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would make you feel like it's working?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Q4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How do you want me to correct you?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35040" y="1554480"/>
            <a:ext cx="5605272" cy="2743200"/>
          </a:xfrm>
          <a:prstGeom prst="roundRect">
            <a:avLst>
              <a:gd name="adj" fmla="val 3000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309360" y="173736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TOOLBOX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309360" y="2057400"/>
            <a:ext cx="505663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In six months, I want to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6개월 뒤엔 ~하고 싶어요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There's a ~ coming up in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~에 ~가 있어요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I'd feel good if I could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~할 수 있으면 좋겠어요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Correct me when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~할 때 고쳐주세요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I'd rather you ~ than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~보다 ~해주시면 좋겠어요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5303520"/>
            <a:ext cx="11091672" cy="1188720"/>
          </a:xfrm>
          <a:prstGeom prst="roundRect">
            <a:avLst>
              <a:gd name="adj" fmla="val 6923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822960" y="54132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CAUGHT TODAY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822960" y="5687568"/>
            <a:ext cx="105156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endParaRPr lang="ko-KR" sz="1400" dirty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2026-09-17T01:35:50Z</dcterms:created>
  <dcterms:modified xsi:type="dcterms:W3CDTF">2026-09-17T01:35:50Z</dcterms:modified>
</cp:coreProperties>
</file>
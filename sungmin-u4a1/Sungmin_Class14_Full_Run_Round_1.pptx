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8086DE0C-B157-447F-B4B7-B59C6C7B3D3F}"/>
    <pc:docChg chg="undo custSel modSld">
      <pc:chgData name="Brian Kim" userId="bfb6c6aebdabc740" providerId="LiveId" clId="{8086DE0C-B157-447F-B4B7-B59C6C7B3D3F}" dt="2026-09-15T03:00:45.323" v="501" actId="20577"/>
      <pc:docMkLst>
        <pc:docMk/>
      </pc:docMkLst>
      <pc:sldChg chg="modSp mod">
        <pc:chgData name="Brian Kim" userId="bfb6c6aebdabc740" providerId="LiveId" clId="{8086DE0C-B157-447F-B4B7-B59C6C7B3D3F}" dt="2026-09-15T03:00:45.323" v="501" actId="20577"/>
        <pc:sldMkLst>
          <pc:docMk/>
          <pc:sldMk cId="0" sldId="258"/>
        </pc:sldMkLst>
        <pc:spChg chg="mod">
          <ac:chgData name="Brian Kim" userId="bfb6c6aebdabc740" providerId="LiveId" clId="{8086DE0C-B157-447F-B4B7-B59C6C7B3D3F}" dt="2026-09-15T03:00:45.323" v="501" actId="20577"/>
          <ac:spMkLst>
            <pc:docMk/>
            <pc:sldMk cId="0" sldId="25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134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SUNGMIN · CLASS 14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Full Run, Round 1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Thirty minutes, twelve questions, no stopping.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TODAY WORKS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One Hour, Two Halves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30 min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468880" y="2011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run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질문 12개를 끊지 않고. 막혀도 넘어감. Brian은 듣기만.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30 min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468880" y="33832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review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막힌 곳, 반복된 단어, 짧았던 답을 같이 짚기.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면접까지 4주. 오늘이 첫 풀런이에요.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THE RUN  (30 min)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Twelve Questions, Timed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1.  Please introduce yourself.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1975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2.  Why special education?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2633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25880" y="26426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3.  Why transition education specifically?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32588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4.  Tell me about your five years at Seojin.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152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32588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5.  What did the award recognize?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31520" y="4608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258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6.  Why study now, instead of staying in the classroom?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63640" y="118872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46520" y="1316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4′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0408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7.  What exactly will you research?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184708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46520" y="1975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04088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8.  Why hasn't anyone done it?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3640" y="250545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446520" y="2633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040880" y="26426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9.  What's your strength as a teacher?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63640" y="3163824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44652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704088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10.  What's your weakness?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63640" y="3822192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44652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04088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11.  What happens after the degree?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63640" y="448056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446520" y="4608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2′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0408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12.  Anything you'd like to add?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21208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822960" y="5303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NOTES  ·  막힌 곳 · 반복된 단어 · 너무 짧았던 답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822960" y="5527038"/>
            <a:ext cx="10515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1 -&gt; More personal intro / Explained well about the job / Difficult to explain the personality / career background 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2 -&gt; Better than question#1 / less priority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3 -&gt; Good structure / Good story line / Improve vocabs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4 -&gt; Improve vocabs / high level -&gt; detail structure driven explanation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5 -&gt; Stick with Korean version but in English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6 -&gt; Stick with Korean version but in English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REVIEW  ·  30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It Slowed Down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question was the hardest?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you run out of words?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answer was too short?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word did you use too many times?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blanked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머리가 하얘졌어요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knew what I wanted to say,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무슨 말 할지는 알았는데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one I'd answer differently now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지금이면 다르게 답할 것 같아요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try that one again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그거 다시 해볼게요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Same idea, different words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같은 말, 다른 표현으로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script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odds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403</Words>
  <Application>Microsoft Office PowerPoint</Application>
  <PresentationFormat>와이드스크린</PresentationFormat>
  <Paragraphs>72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2026-09-14T00:01:23Z</dcterms:created>
  <dcterms:modified xsi:type="dcterms:W3CDTF">2026-09-15T03:02:14Z</dcterms:modified>
</cp:coreProperties>
</file>
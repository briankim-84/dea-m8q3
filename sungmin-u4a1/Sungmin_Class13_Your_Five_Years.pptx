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SUNGMIN · CLASS 13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Your Five Years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 built, what you're good at, and what you're not.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arm — back on the court yet?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from school this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Almost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거의 다 됐어요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week was mostly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 주는 주로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workplace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4310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94310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tolerate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 BUILT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Five Years at Seojin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about the community project you ran.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ran a barista class with a local business — how did that work?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the superintendent's award recognise?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of those are you proudest of?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set up ~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~와 함께 ~를 만들었어요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idea was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의도는 ~하는 거였어요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recognised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상이 인정한 건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entrepreneur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31136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231136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spark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YOU'RE GOOD AT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Strengths, With Proof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people rely on you for?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Give me one example where that mattered.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handle a room full of different opinions?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People come to me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~할 때 사람들이 저를 찾아요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example: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예를 들면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listen first, then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먼저 듣고, 그다음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diplomatic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39112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039112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YOU'RE NOT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Honest Weakness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a real weakness?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has it cost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are you doing about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tend to ~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저는 ~할 때 ~하는 편이에요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cost me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그것 때문에 ~를 놓친 적이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pushing myself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~하려고 계속 노력 중이에요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willingness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35124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35124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clever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2026-09-06T13:58:52Z</dcterms:created>
  <dcterms:modified xsi:type="dcterms:W3CDTF">2026-09-06T13:58:52Z</dcterms:modified>
</cp:coreProperties>
</file>
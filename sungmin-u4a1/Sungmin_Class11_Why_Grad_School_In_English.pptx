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754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1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4EAE7C58-CD27-4E69-9DDB-86627034D0EF}"/>
    <pc:docChg chg="custSel modSld">
      <pc:chgData name="Brian Kim" userId="bfb6c6aebdabc740" providerId="LiveId" clId="{4EAE7C58-CD27-4E69-9DDB-86627034D0EF}" dt="2026-09-01T09:53:15.077" v="203" actId="20577"/>
      <pc:docMkLst>
        <pc:docMk/>
      </pc:docMkLst>
      <pc:sldChg chg="modSp mod">
        <pc:chgData name="Brian Kim" userId="bfb6c6aebdabc740" providerId="LiveId" clId="{4EAE7C58-CD27-4E69-9DDB-86627034D0EF}" dt="2026-09-01T09:29:52.497" v="3" actId="20577"/>
        <pc:sldMkLst>
          <pc:docMk/>
          <pc:sldMk cId="0" sldId="258"/>
        </pc:sldMkLst>
        <pc:spChg chg="mod">
          <ac:chgData name="Brian Kim" userId="bfb6c6aebdabc740" providerId="LiveId" clId="{4EAE7C58-CD27-4E69-9DDB-86627034D0EF}" dt="2026-09-01T09:29:52.497" v="3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rian Kim" userId="bfb6c6aebdabc740" providerId="LiveId" clId="{4EAE7C58-CD27-4E69-9DDB-86627034D0EF}" dt="2026-09-01T09:53:15.077" v="203" actId="20577"/>
        <pc:sldMkLst>
          <pc:docMk/>
          <pc:sldMk cId="0" sldId="260"/>
        </pc:sldMkLst>
        <pc:spChg chg="mod">
          <ac:chgData name="Brian Kim" userId="bfb6c6aebdabc740" providerId="LiveId" clId="{4EAE7C58-CD27-4E69-9DDB-86627034D0EF}" dt="2026-09-01T09:51:20.523" v="63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Brian Kim" userId="bfb6c6aebdabc740" providerId="LiveId" clId="{4EAE7C58-CD27-4E69-9DDB-86627034D0EF}" dt="2026-09-01T09:52:02.184" v="111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rian Kim" userId="bfb6c6aebdabc740" providerId="LiveId" clId="{4EAE7C58-CD27-4E69-9DDB-86627034D0EF}" dt="2026-09-01T09:52:06.151" v="124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Brian Kim" userId="bfb6c6aebdabc740" providerId="LiveId" clId="{4EAE7C58-CD27-4E69-9DDB-86627034D0EF}" dt="2026-09-01T09:52:46.139" v="185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Brian Kim" userId="bfb6c6aebdabc740" providerId="LiveId" clId="{4EAE7C58-CD27-4E69-9DDB-86627034D0EF}" dt="2026-09-01T09:53:15.077" v="203" actId="20577"/>
          <ac:spMkLst>
            <pc:docMk/>
            <pc:sldMk cId="0" sldId="260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21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SUNGMIN · CLASS 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Grad School, In English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essay translated — your reasons, spoken.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the arm — any tennis yet?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ongoing at school this week?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194560"/>
          </a:xfrm>
          <a:prstGeom prst="roundRect">
            <a:avLst>
              <a:gd name="adj" fmla="val 37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still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~한 상태예요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staying off ~ for now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당분간 ~는 쉬고 있어요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2452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2452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1076" y="422452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51076" y="422452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91672" cy="1554480"/>
          </a:xfrm>
          <a:prstGeom prst="roundRect">
            <a:avLst>
              <a:gd name="adj" fmla="val 5294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0566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349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WHYS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Without the Paper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transition education — why that, out of everything?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national policies matter inside your classroom?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with reading, writing, and counting?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answer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짧게 답하면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kept seeing was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계속 목격한 건 ~였어요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down to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결국 ~의 문제예요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47088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47088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It With Evidence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about three in ten graduates find a job — most of the rest stay home.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those who do work stay about five years, then wait a decade for the next job.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25496"/>
            <a:ext cx="5257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those numbers out loud — in your own sentence.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why does that number send you to grad school?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2514600"/>
            <a:ext cx="5605272" cy="2286000"/>
          </a:xfrm>
          <a:prstGeom prst="roundRect">
            <a:avLst>
              <a:gd name="adj" fmla="val 36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269748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017520"/>
            <a:ext cx="5056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According to ~,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따르면 ~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~ in ~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대략 ~ 중 ~이 ~해요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number is why I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숫자 때문에 저는 ~해요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37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230368"/>
            <a:ext cx="76809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230368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22960" y="5742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IT TWICE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Idea, New Words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flag a word you've repeated. Say it again — without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01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kids I teach · my learners · the ones leaving school soon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560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into adult life · life after graduation · what comes next / what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</a:t>
            </a:r>
            <a:r>
              <a:rPr lang="ko-KR" alt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99816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218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them up · walk them through it · give them what they need / helping them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87705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· guide · walk through / help them /  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16552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53542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matters · it makes the difference · it's at the heart of this / key priority / key point / what to focus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566928"/>
          </a:xfrm>
          <a:prstGeom prst="roundRect">
            <a:avLst>
              <a:gd name="adj" fmla="val 1129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  → 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struggle · they hit a wall · it doesn't come easily / not easy / 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0533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60533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437</Words>
  <Application>Microsoft Office PowerPoint</Application>
  <PresentationFormat>와이드스크린</PresentationFormat>
  <Paragraphs>71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3</cp:revision>
  <dcterms:created xsi:type="dcterms:W3CDTF">2026-08-31T02:16:08Z</dcterms:created>
  <dcterms:modified xsi:type="dcterms:W3CDTF">2026-09-01T15:17:36Z</dcterms:modified>
</cp:coreProperties>
</file>
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590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1762" y="4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F2D90F7D-EDC3-4771-8B37-5FB85DFE9CB9}"/>
    <pc:docChg chg="custSel modSld">
      <pc:chgData name="Brian Kim" userId="bfb6c6aebdabc740" providerId="LiveId" clId="{F2D90F7D-EDC3-4771-8B37-5FB85DFE9CB9}" dt="2026-09-06T00:35:41.123" v="89" actId="20577"/>
      <pc:docMkLst>
        <pc:docMk/>
      </pc:docMkLst>
      <pc:sldChg chg="addSp modSp mod">
        <pc:chgData name="Brian Kim" userId="bfb6c6aebdabc740" providerId="LiveId" clId="{F2D90F7D-EDC3-4771-8B37-5FB85DFE9CB9}" dt="2026-09-06T00:35:41.123" v="89" actId="20577"/>
        <pc:sldMkLst>
          <pc:docMk/>
          <pc:sldMk cId="0" sldId="258"/>
        </pc:sldMkLst>
        <pc:spChg chg="mod">
          <ac:chgData name="Brian Kim" userId="bfb6c6aebdabc740" providerId="LiveId" clId="{F2D90F7D-EDC3-4771-8B37-5FB85DFE9CB9}" dt="2026-09-06T00:34:52.993" v="42" actId="20577"/>
          <ac:spMkLst>
            <pc:docMk/>
            <pc:sldMk cId="0" sldId="258"/>
            <ac:spMk id="9" creationId="{00000000-0000-0000-0000-000000000000}"/>
          </ac:spMkLst>
        </pc:spChg>
        <pc:spChg chg="add mod">
          <ac:chgData name="Brian Kim" userId="bfb6c6aebdabc740" providerId="LiveId" clId="{F2D90F7D-EDC3-4771-8B37-5FB85DFE9CB9}" dt="2026-09-06T00:35:41.123" v="89" actId="20577"/>
          <ac:spMkLst>
            <pc:docMk/>
            <pc:sldMk cId="0" sldId="258"/>
            <ac:spMk id="11" creationId="{F1E6BDC0-2031-4D4A-BE7A-5970EAB76391}"/>
          </ac:spMkLst>
        </pc:spChg>
      </pc:sldChg>
      <pc:sldChg chg="modSp mod">
        <pc:chgData name="Brian Kim" userId="bfb6c6aebdabc740" providerId="LiveId" clId="{F2D90F7D-EDC3-4771-8B37-5FB85DFE9CB9}" dt="2026-09-06T00:34:57.097" v="44" actId="27636"/>
        <pc:sldMkLst>
          <pc:docMk/>
          <pc:sldMk cId="0" sldId="259"/>
        </pc:sldMkLst>
        <pc:spChg chg="mod">
          <ac:chgData name="Brian Kim" userId="bfb6c6aebdabc740" providerId="LiveId" clId="{F2D90F7D-EDC3-4771-8B37-5FB85DFE9CB9}" dt="2026-09-06T00:34:57.097" v="44" actId="27636"/>
          <ac:spMkLst>
            <pc:docMk/>
            <pc:sldMk cId="0" sldId="259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2048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 · CLASS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Minutes on One Brand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wine talk — but standing up, in front of a room.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Catching Up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How's the week been at work?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new landing on your desk?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011680"/>
          </a:xfrm>
          <a:prstGeom prst="roundRect">
            <a:avLst>
              <a:gd name="adj" fmla="val 4091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been a ~ week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~한 한 주였어요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just took on ~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~를 새로 맡았어요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822960" y="54223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Introduce One of Your Brands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brand you handle. Three minutes, starting now.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again — same content, but you're presenting to buyers.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change the second time?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468880"/>
          </a:xfrm>
          <a:prstGeom prst="roundRect">
            <a:avLst>
              <a:gd name="adj" fmla="val 333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I'd like to talk about ~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오늘은 ~에 대해 말씀드리겠습니다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them apart is ~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브랜드가 다른 점은 ~입니다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give you some background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배경부터 말씀드리면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lstStyle/>
          <a:p>
            <a:endParaRPr lang="en-US" altLang="ko-KR" dirty="0"/>
          </a:p>
          <a:p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960" y="54223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E6BDC0-2031-4D4A-BE7A-5970EAB76391}"/>
              </a:ext>
            </a:extLst>
          </p:cNvPr>
          <p:cNvSpPr txBox="1"/>
          <p:nvPr/>
        </p:nvSpPr>
        <p:spPr>
          <a:xfrm>
            <a:off x="640080" y="5721355"/>
            <a:ext cx="32624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spc="-300" dirty="0" err="1">
                <a:solidFill>
                  <a:schemeClr val="bg1"/>
                </a:solidFill>
              </a:rPr>
              <a:t>Ｓｏｎｏｍａ</a:t>
            </a:r>
            <a:r>
              <a:rPr lang="ko-KR" altLang="en-US" sz="1100" spc="-300" dirty="0">
                <a:solidFill>
                  <a:schemeClr val="bg1"/>
                </a:solidFill>
              </a:rPr>
              <a:t>　</a:t>
            </a:r>
            <a:r>
              <a:rPr lang="ko-KR" altLang="en-US" sz="1100" spc="-300" dirty="0" err="1">
                <a:solidFill>
                  <a:schemeClr val="bg1"/>
                </a:solidFill>
              </a:rPr>
              <a:t>ｃｕｔｔｅｒ</a:t>
            </a:r>
            <a:r>
              <a:rPr lang="ko-KR" altLang="en-US" sz="1100" spc="-300" dirty="0">
                <a:solidFill>
                  <a:schemeClr val="bg1"/>
                </a:solidFill>
              </a:rPr>
              <a:t>　／　</a:t>
            </a:r>
            <a:r>
              <a:rPr lang="ko-KR" altLang="en-US" sz="1100" spc="-300" dirty="0" err="1">
                <a:solidFill>
                  <a:schemeClr val="bg1"/>
                </a:solidFill>
              </a:rPr>
              <a:t>ｗｉｎｅ</a:t>
            </a:r>
            <a:r>
              <a:rPr lang="ko-KR" altLang="en-US" sz="1100" spc="-300" dirty="0">
                <a:solidFill>
                  <a:schemeClr val="bg1"/>
                </a:solidFill>
              </a:rPr>
              <a:t>　</a:t>
            </a:r>
            <a:r>
              <a:rPr lang="ko-KR" altLang="en-US" sz="1100" spc="-300" dirty="0" err="1">
                <a:solidFill>
                  <a:schemeClr val="bg1"/>
                </a:solidFill>
              </a:rPr>
              <a:t>ｔｒｅｎｄ</a:t>
            </a:r>
            <a:r>
              <a:rPr lang="ko-KR" altLang="en-US" sz="1100" spc="-300" dirty="0">
                <a:solidFill>
                  <a:schemeClr val="bg1"/>
                </a:solidFill>
              </a:rPr>
              <a:t>　／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TO SENTENCE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Linking It Up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same pitch again — but link every point.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it still feel like separate sentences?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3017520"/>
          </a:xfrm>
          <a:prstGeom prst="roundRect">
            <a:avLst>
              <a:gd name="adj" fmla="val 27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brings me to ~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~로 이어집니다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exactly why ~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바로 그래서 ~인 거죠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top of that, ~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거기에 더해 ~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means for you is ~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그게 무슨 뜻이냐면 ~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gets interesting is ~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재미있는 지점은 ~입니다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822960" y="54223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BETTER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Meaning, Higher Gear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캐주얼하게 쓰던 말을 발표 톤으로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019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/ nice   →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compelling · exceptional · outstanding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560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lot of   →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significant amount of · a wide range of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99816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3218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like it   →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been well received · it's had a strong response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58184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87705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cheap   →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sits at an accessible price point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416552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53542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really different   →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stands apart from ~ · there's nothing quite like it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   →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my view · from what we've seen · the data suggests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760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 더 — 이번엔 위 표현으로 갈아끼우면서.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</TotalTime>
  <Words>354</Words>
  <Application>Microsoft Office PowerPoint</Application>
  <PresentationFormat>와이드스크린</PresentationFormat>
  <Paragraphs>62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2</cp:revision>
  <dcterms:created xsi:type="dcterms:W3CDTF">2026-09-03T23:34:06Z</dcterms:created>
  <dcterms:modified xsi:type="dcterms:W3CDTF">2026-09-06T13:32:06Z</dcterms:modified>
</cp:coreProperties>
</file>
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LISA · CLASS 4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First Contact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winery you'd fly to. Now write to them — out loud.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WARM-UP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Catching Up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How's the week been?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Anything new on the shelf?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011680"/>
          </a:xfrm>
          <a:prstGeom prst="roundRect">
            <a:avLst>
              <a:gd name="adj" fmla="val 4091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been ~ so far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지금까지는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just brought in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~를 새로 들여왔어요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occasionally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231136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231136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shelf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EMAIL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Say It Before You Write It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 are you — in two sentences?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them? What did you notice about their wines?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exactly are you asking for — samples, a call, an allocation?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end it so they actually reply?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reaching out because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때문에 연락드립니다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We've been following your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~를 눈여겨보고 있었습니다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Specifically, we'd like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구체적으로는 ~하고 싶습니다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Would you be open to ~?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 열려 계신가요?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specifically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231136" y="4636008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231136" y="463600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sufficient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CALL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They Wrote Back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ask what volume you're thinking.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ask who else you carry. How much do you tell them?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say they're fully allocated this year. Then what?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end the call so there's a next step?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We'd start with ~ and see how it goes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~로 시작해서 상황을 보려고요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Alongside ~, we carry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~와 함께 ~도 취급하고 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If allocation is tight, would ~ work?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물량이 빠듯하면 ~는 어떨까요?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consult with ~ and come back to you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~와 상의하고 다시 연락드릴게요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consult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51076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51076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flexible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049524" y="4636008"/>
            <a:ext cx="144018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049524" y="4636008"/>
            <a:ext cx="1440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arrangement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 IT BETTER · ROUND 2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Same Ask, Higher Gear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소싱 대화용 — 부탁하는 말을 격 있게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68680" y="19019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want   →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we're looking to · we'd be interested in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can you send   →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would it be possible to send · could you share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099816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68680" y="3218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popular   →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there's strong demand for it · it's been moving well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68680" y="387705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sell a lot   →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move significant volume · it's one of our stronger lines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416552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68680" y="453542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cheap   →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competitively priced · at an accessible price point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68680" y="51937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really want it   →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would be a natural fit for our portfolio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605332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548640" y="605332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approval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2026-09-07T23:30:56Z</dcterms:created>
  <dcterms:modified xsi:type="dcterms:W3CDTF">2026-09-07T23:30:56Z</dcterms:modified>
</cp:coreProperties>
</file>
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· CLASS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Wine Found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start, one bottle, one winery.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your week?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you been pouring lately?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I've been ~ing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주엔 ~하고 있었어요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This week I've been tasting the new vintage.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much, apart from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말고는 별일 없었어요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Wine Stopped Being Just a Drink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wine stop being just a drink for you?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walked into a bar and asked to learn. What did you actually say?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helped you back then?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started when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~하면서 시작됐어요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It started when I moved to Singapore.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just walked in and asked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그냥 들어가서 ~라고 물어봤어요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just walked in and asked if I could learn.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I was lucky that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생각하면 ~한 게 운이 좋았어요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BOTTLE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Wine You Love Right Now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wine you love these days.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it to me — like I'm sitting at your table.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put next to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you notice is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먼저 느껴지는 건 ~예요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 first thing you notice is the nose.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kind of wine that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건 ~한 와인이에요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goes well with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~랑 잘 어울려요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It goes well with grilled fish.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WINERY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Place You'd Fly To Tomorrow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visit one winery tomorrow, where would you go?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about them?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ask the winemaker?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draws me to them is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끌리는 건 ~예요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known for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거긴 ~로 유명해요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I'd ask is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먼저 물어볼 건 ~예요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2026-09-01T16:03:03Z</dcterms:created>
  <dcterms:modified xsi:type="dcterms:W3CDTF">2026-09-01T16:03:03Z</dcterms:modified>
</cp:coreProperties>
</file>
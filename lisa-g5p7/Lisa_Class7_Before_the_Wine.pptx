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LISA · CLASS 7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Before the Wine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kitchen, the leaving, and what it left you.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KITCHEN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Where It Started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cooking, in the first place?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was your first kitchen like?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hardest thing about working in one?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cook best?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went to culinary school because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요리학교에 간 건 ~ 때문이에요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My first kitchen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첫 주방은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hours were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근무 시간이 ~했어요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learn fast or you leave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빨리 배우거나 나가거나예요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 was best at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잘한 건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still cook ~ at home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집에선 아직 ~를 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dominate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47088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847088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uniform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LEAVING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Singapore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Singapore?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told you to go, and did you listen?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think you'd find there?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actually find?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senior told me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선배가 ~하라고 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went because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~라서 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thought it would be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~일 줄 알았어요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 actually found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막상 가보니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money was the problem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돈이 문제였어요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didn't know anyone there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아는 사람이 하나도 없었어요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crack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559052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559052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boundary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TURN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Walking Into the Bar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did you know cooking wasn't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made you walk into that bar?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say to them?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Were you scared?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stopped being what I wanted when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~하면서 이게 아니다 싶었어요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just walked in and asked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그냥 들어가서 ~라고 물었어요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had nothing to lose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잃을 게 없었어요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Looking back, I was lucky that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지금 보면 ~가 운이 좋았어요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Scared, yes —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무섭긴 했는데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Nobody told me I could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누가 해도 된다고 한 적은 없어요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devote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rescue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IT LEFT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Still With You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the kitchen leave in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do now that you learned there?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you go back?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you tell someone about to do what you did?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taught me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거기서 ~를 배웠어요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still ~ because of those years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그때 때문에 아직도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wouldn't go back,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돌아가진 않겠지만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If someone asked me, I'd say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누가 물으면 ~라고 할 거예요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one thing I'd change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하나 바꾼다면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counsel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51076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wise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2026-09-17T01:35:49Z</dcterms:created>
  <dcterms:modified xsi:type="dcterms:W3CDTF">2026-09-17T01:35:49Z</dcterms:modified>
</cp:coreProperties>
</file>
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LISA · CLASS 5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Craggy Range, First Visit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Hawke's Bay. Your first time there. Say it right.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TRIP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Before You Fly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are you flying, and for how long?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are you meeting there — the winemaker, the export team, or both?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on the agenda, and what's your part of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want to come back with?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flying out on ~ and back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가서 ~에 돌아와요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We're meeting ~ on the first day, then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첫날 ~를 만나고, 그다음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My part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 역할은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I'm hoping to get out of this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이번에 얻고 싶은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like to come back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가지고 돌아오고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my first time meeting ~ in person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직접 만나는 건 처음이에요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Before I go, I want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가기 전에 ~하고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arrangement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35124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35124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specifically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YOU ARE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They Ask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know Kumyang. They don't know you. Who are you, in two sentences?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would you explain your job to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ask what you did before. How much do you tell?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did they send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~ at Kumyang — I look after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금양에서 ~를 맡고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with Kumyang 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금양에 온 지 ~ 됐어요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Before this, I worked ~ in Singapore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전엔 싱가포르에서 ~로 일했어요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certified through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자격이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came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온 이유는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sit between ~ and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~와 ~를 이어주는 일을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was on the floor before I was on this side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현장에 있다가 이쪽으로 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bring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할 수 있는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consult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stake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TASTING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At the Table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pour Le Sol. What do you say — as a somm, then as someone who sells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want to ask the winemaker that you can't find online?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ask which one Koreans would love. What's your honest answer?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winemaker asks what you honestly think. How honest do you get on a first visit?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the nose,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향은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get first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먼저 오는 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on the palate, with ~ on the finish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입에선 ~, 마무리는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Compared to ~, this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비하면 이건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decide when to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언제 ~할지 어떻게 정하세요?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changed since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이후로 뭐가 달라졌어요?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me through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차근차근 설명해주세요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Korea, I'd say ~ has the best shot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한국에선 ~가 제일 가능성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Koreans tend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한국 분들은 ~하는 편이에요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Honestly, ~ might be a harder sell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솔직히 ~는 팔기 어려울 수도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flavor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slight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BRINGING IT BACK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Before You Leave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You're not there to sign anything. So what are you there to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taste something Kumyang doesn't import yet, and you like it. How do you show interest without promising anything?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ask about the Korean market. What can you say, and what should you leave to your boss?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end the visit so they remember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here to ~, not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~하러 온 거지 ~하러 온 건 아니에요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there any room on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더 받을 수 있을까요?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one I'd love to see in Korea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한국에서도 보고 싶네요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have to take that back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~에 가져가서 얘기해야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can tell you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말씀드릴 수 있는 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not speak for ~ on that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제가 ~를 대신해서 말하기는 어려워요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follow up on ~ when I'm back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돌아가서 ~는 다시 연락드릴게요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~ — this changes how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감사해요 — 앞으로 ~할 때 많이 도움될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be in touch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연락드릴게요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approval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sufficient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2026-09-10T13:49:02Z</dcterms:created>
  <dcterms:modified xsi:type="dcterms:W3CDTF">2026-09-10T13:49:02Z</dcterms:modified>
</cp:coreProperties>
</file>
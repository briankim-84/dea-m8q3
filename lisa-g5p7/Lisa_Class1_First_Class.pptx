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· CLASS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Welcome!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just talk — no pressure, no tests.  ·  부담 없이, 그냥 대화해요.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Get to Know Each Other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I'm Brian!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years living &amp; studying in Canada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years at a U.S. company — commercial operations across Asia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helping professionals speak natural, confident English</a:t>
            </a:r>
            <a:endParaRPr lang="en-US" sz="1700" dirty="0"/>
          </a:p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style: no fear of mistakes, just real conversation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9202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your turn!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What does a normal week look like for you?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What's been keeping you busy lately?</a:t>
            </a:r>
            <a:endParaRPr lang="en-US" sz="150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How has English been part of your life so far?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지금까지 영어와 어떻게 지내왔는지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WORLD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Park90 to Ramey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 Singapore days — what was Park90 like?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move from the floor to the brand side?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pPr indent="0" marL="0">
              <a:spcAft>
                <a:spcPts val="11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brand manager's day look like at Kumyang?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싱가포르 시절부터 지금의 브랜드 매니저 일까지 — 편하게 들려주세요.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TALK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Bottle You Love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wine you really love these days.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introduce it to me in English, like I'm a guest at your table.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pPr indent="0" marL="0">
              <a:spcAft>
                <a:spcPts val="11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food would you put next to it?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요즘 제일 아끼는 와인 하나 — 영어로 소개해본다면?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English Take You?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45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Goal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to achieve with English?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영어로 이루고 싶은 것 — 와이너리 본사 소통? 그 이상?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97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Biggest Challenge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feels hardest when you speak English?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말할 때 가장 어려운 것 — 속도, 어휘, 자신감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749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English Journey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you tried before? What worked, what didn't?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해본 공부들 — 뭐가 통했고 뭐가 안 통했는지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built around your world</a:t>
            </a:r>
            <a:endParaRPr lang="en-US" sz="16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수업은 Lisa의 일 — 와인, 브랜드, 사람들 — 로 만들어요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first, every minute</a:t>
            </a:r>
            <a:endParaRPr lang="en-US" sz="16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외우기보다 말하기 — 수업 시간 대부분이 말하기예요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review tools, after every class</a:t>
            </a:r>
            <a:endParaRPr lang="en-US" sz="1650" dirty="0"/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수업마다 전용 복습 도구가 만들어져요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every Sunday, 9 AM — Mangwon.  ·  일요일 아침 망원에서 만나요.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2026-08-27T03:21:41Z</dcterms:created>
  <dcterms:modified xsi:type="dcterms:W3CDTF">2026-08-27T03:21:41Z</dcterms:modified>
</cp:coreProperties>
</file>
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LISA · CLASS 8</a:t>
            </a:r>
            <a:endParaRPr lang="en-US" sz="16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Presenting Ramey</a:t>
            </a:r>
            <a:endParaRPr lang="en-US" sz="4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October. A room of buyers. The Ramey team sitting next to you.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English with Brian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OPENING THE ROOM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First Minute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268712" y="64008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268712" y="6400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preparation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244584" y="640080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9244584" y="6400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agenda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684264" y="7040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 · 지난주 단어</a:t>
            </a:r>
            <a:endParaRPr lang="en-US" sz="1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123444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548640" y="150876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Who's in the room, and what do they already know about Ramey?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Open with the winery, the wine, or the person — which one?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Give me your first thirty seconds.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do you introduce the Ramey team sitting next to you?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5486400" cy="2514600"/>
          </a:xfrm>
          <a:prstGeom prst="roundRect">
            <a:avLst>
              <a:gd name="adj" fmla="val 327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04672" y="307238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OPENING · 여는 말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04672" y="3364992"/>
            <a:ext cx="50292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Good evening, and thank you for joining us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와주셔서 감사합니다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Tonight we're introducing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오늘은 ~를 소개합니다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Many of you will know ~; fewer will know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~는 아실 테고, ~는 덜 알려져 있죠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172200" y="2926080"/>
            <a:ext cx="5486400" cy="2514600"/>
          </a:xfrm>
          <a:prstGeom prst="roundRect">
            <a:avLst>
              <a:gd name="adj" fmla="val 327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428232" y="307238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SETTING IT UP · 본론 들어가기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428232" y="3364992"/>
            <a:ext cx="50292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I'm delighted to have ~ with us from Healdsburg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힐즈버그에서 오신 ~와 함께해 기쁩니다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Before we taste, let me give you the story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시음 전에 배경부터 말씀드릴게요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In the next ten minutes, I'd like to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앞으로 10분 동안 ~하려 합니다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5577840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22960" y="56692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822960" y="5907024"/>
            <a:ext cx="1051560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HOUSE AND THE WINES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What Ramey Is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268712" y="64008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268712" y="6400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recognition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518904" y="640080"/>
            <a:ext cx="640080" cy="347472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9518904" y="64008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era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958584" y="7040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 · 지난주 단어</a:t>
            </a:r>
            <a:endParaRPr lang="en-US" sz="1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123444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548640" y="150876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Where does Ramey sit in Sonoma — what kind of winery is it?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do you describe the style in one sentence?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Walk us through the range — where do you start?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would you pour for someone who thinks California is all oak and power?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5486400" cy="2514600"/>
          </a:xfrm>
          <a:prstGeom prst="roundRect">
            <a:avLst>
              <a:gd name="adj" fmla="val 327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04672" y="307238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HOUSE · 와이너리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04672" y="3364992"/>
            <a:ext cx="50292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Ramey was founded in 1996 by David and Carla Ramey in Healdsburg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1996년 데이비드·칼라 레이미 부부가 힐즈버그에 세웠어요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It's a family-owned house — no corporate parent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기업 소유가 아닌 가족 와이너리예요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David Ramey brings over forty years at the top of California winemaking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캘리포니아 최정상에서 40년 넘게 와인을 만들었어요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house style is classic, balanced, and built to age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클래식하고 균형 잡히고 숙성을 염두에 둔 스타일이에요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172200" y="2926080"/>
            <a:ext cx="5486400" cy="2514600"/>
          </a:xfrm>
          <a:prstGeom prst="roundRect">
            <a:avLst>
              <a:gd name="adj" fmla="val 327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428232" y="307238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WINES · 와인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428232" y="3364992"/>
            <a:ext cx="50292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Chardonnay is where Ramey made its name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샤르도네로 이름을 알렸어요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If you taste one wine, make it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하나만 드신다면 ~로 하세요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It's restrained by California standards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캘리포니아 기준으론 절제된 편이에요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For someone expecting oak and power, I'd pour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오크와 파워를 예상하는 분께는 ~를 따르겠어요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5577840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22960" y="56692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822960" y="5907024"/>
            <a:ext cx="1051560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TAKING QUESTIONS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When the Hands Go Up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360152" y="640080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360152" y="6400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equivalent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427464" y="64008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9427464" y="64008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proof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867144" y="7040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 · 지난주 단어</a:t>
            </a:r>
            <a:endParaRPr lang="en-US" sz="1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123444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548640" y="150876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 buyer asks why Ramey costs more than the Chardonnay next to it. What do you say?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Someone asks about allocation for Korea. How honest are you?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Someone asks a question only David Ramey could answer. What do you do?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 journalist wants a quote. What do you give them?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5486400" cy="2514600"/>
          </a:xfrm>
          <a:prstGeom prst="roundRect">
            <a:avLst>
              <a:gd name="adj" fmla="val 327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04672" y="307238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ANSWERING · 답하기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04672" y="3364992"/>
            <a:ext cx="50292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That's a fair question — the difference is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좋은 질문인데, 차이는 ~예요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You're paying for ~, not the label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라벨값이 아니라 ~에 돈을 내시는 거예요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Allocation is tight, and I'd rather tell you that now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물량이 빠듯하고, 미리 말씀드리는 게 맞아요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172200" y="2926080"/>
            <a:ext cx="5486400" cy="2514600"/>
          </a:xfrm>
          <a:prstGeom prst="roundRect">
            <a:avLst>
              <a:gd name="adj" fmla="val 327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428232" y="307238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HANDING OFF · 넘기기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428232" y="3364992"/>
            <a:ext cx="50292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Let me hand that to ~, who'll know better than I do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그건 ~께 넘길게요, 저보다 잘 아시니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If you want one line, it's this: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한 줄로 드리자면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I'll come back to you on that after the event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그건 행사 후에 따로 답드릴게요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5577840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22960" y="56692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822960" y="5907024"/>
            <a:ext cx="1051560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 DAY OFF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When You're Not Working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does a day off look like for you?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Where do you go in Seoul when you want to be nowhere?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did you do last weekend?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do you wish you had more time for?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560320"/>
          </a:xfrm>
          <a:prstGeom prst="roundRect">
            <a:avLst>
              <a:gd name="adj" fmla="val 3214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On a day off, I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쉬는 날엔 ~해요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go to ~ when I want to be alone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혼자 있고 싶으면 ~에 가요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Last weekend I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 주말엔 ~했어요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wish I had more time for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~할 시간이 더 있으면 좋겠어요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768096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mood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463040" y="4636008"/>
            <a:ext cx="864108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463040" y="4636008"/>
            <a:ext cx="864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smart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2026-09-20T23:53:49Z</dcterms:created>
  <dcterms:modified xsi:type="dcterms:W3CDTF">2026-09-20T23:53:49Z</dcterms:modified>
</cp:coreProperties>
</file>
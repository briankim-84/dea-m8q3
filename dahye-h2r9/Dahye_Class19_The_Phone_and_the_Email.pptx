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0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74EC4B11-5833-4F46-BD77-31239FA561C7}"/>
    <pc:docChg chg="undo custSel modSld">
      <pc:chgData name="Brian Kim" userId="bfb6c6aebdabc740" providerId="LiveId" clId="{74EC4B11-5833-4F46-BD77-31239FA561C7}" dt="2026-10-05T07:03:22.466" v="5226" actId="20577"/>
      <pc:docMkLst>
        <pc:docMk/>
      </pc:docMkLst>
      <pc:sldChg chg="modSp mod">
        <pc:chgData name="Brian Kim" userId="bfb6c6aebdabc740" providerId="LiveId" clId="{74EC4B11-5833-4F46-BD77-31239FA561C7}" dt="2026-10-05T06:19:41.827" v="268" actId="20577"/>
        <pc:sldMkLst>
          <pc:docMk/>
          <pc:sldMk cId="0" sldId="262"/>
        </pc:sldMkLst>
        <pc:spChg chg="mod">
          <ac:chgData name="Brian Kim" userId="bfb6c6aebdabc740" providerId="LiveId" clId="{74EC4B11-5833-4F46-BD77-31239FA561C7}" dt="2026-10-05T06:19:41.827" v="268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24:25.804" v="918" actId="20577"/>
        <pc:sldMkLst>
          <pc:docMk/>
          <pc:sldMk cId="0" sldId="263"/>
        </pc:sldMkLst>
        <pc:spChg chg="mod">
          <ac:chgData name="Brian Kim" userId="bfb6c6aebdabc740" providerId="LiveId" clId="{74EC4B11-5833-4F46-BD77-31239FA561C7}" dt="2026-10-05T06:24:25.804" v="918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30:05.925" v="1585" actId="20577"/>
        <pc:sldMkLst>
          <pc:docMk/>
          <pc:sldMk cId="0" sldId="264"/>
        </pc:sldMkLst>
        <pc:spChg chg="mod">
          <ac:chgData name="Brian Kim" userId="bfb6c6aebdabc740" providerId="LiveId" clId="{74EC4B11-5833-4F46-BD77-31239FA561C7}" dt="2026-10-05T06:30:05.925" v="1585" actId="20577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35:57.269" v="2349" actId="20577"/>
        <pc:sldMkLst>
          <pc:docMk/>
          <pc:sldMk cId="0" sldId="265"/>
        </pc:sldMkLst>
        <pc:spChg chg="mod">
          <ac:chgData name="Brian Kim" userId="bfb6c6aebdabc740" providerId="LiveId" clId="{74EC4B11-5833-4F46-BD77-31239FA561C7}" dt="2026-10-05T06:35:57.269" v="2349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38:16.279" v="2669" actId="20577"/>
        <pc:sldMkLst>
          <pc:docMk/>
          <pc:sldMk cId="0" sldId="266"/>
        </pc:sldMkLst>
        <pc:spChg chg="mod">
          <ac:chgData name="Brian Kim" userId="bfb6c6aebdabc740" providerId="LiveId" clId="{74EC4B11-5833-4F46-BD77-31239FA561C7}" dt="2026-10-05T06:38:16.279" v="2669" actId="20577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42:16.227" v="2878" actId="20577"/>
        <pc:sldMkLst>
          <pc:docMk/>
          <pc:sldMk cId="0" sldId="267"/>
        </pc:sldMkLst>
        <pc:spChg chg="mod">
          <ac:chgData name="Brian Kim" userId="bfb6c6aebdabc740" providerId="LiveId" clId="{74EC4B11-5833-4F46-BD77-31239FA561C7}" dt="2026-10-05T06:42:16.227" v="2878" actId="20577"/>
          <ac:spMkLst>
            <pc:docMk/>
            <pc:sldMk cId="0" sldId="267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43:21.502" v="3021" actId="20577"/>
        <pc:sldMkLst>
          <pc:docMk/>
          <pc:sldMk cId="0" sldId="268"/>
        </pc:sldMkLst>
        <pc:spChg chg="mod">
          <ac:chgData name="Brian Kim" userId="bfb6c6aebdabc740" providerId="LiveId" clId="{74EC4B11-5833-4F46-BD77-31239FA561C7}" dt="2026-10-05T06:43:21.502" v="3021" actId="20577"/>
          <ac:spMkLst>
            <pc:docMk/>
            <pc:sldMk cId="0" sldId="268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46:29.600" v="3643" actId="20577"/>
        <pc:sldMkLst>
          <pc:docMk/>
          <pc:sldMk cId="0" sldId="269"/>
        </pc:sldMkLst>
        <pc:spChg chg="mod">
          <ac:chgData name="Brian Kim" userId="bfb6c6aebdabc740" providerId="LiveId" clId="{74EC4B11-5833-4F46-BD77-31239FA561C7}" dt="2026-10-05T06:46:29.600" v="3643" actId="20577"/>
          <ac:spMkLst>
            <pc:docMk/>
            <pc:sldMk cId="0" sldId="269"/>
            <ac:spMk id="13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6:55:52.420" v="4458" actId="20577"/>
        <pc:sldMkLst>
          <pc:docMk/>
          <pc:sldMk cId="0" sldId="271"/>
        </pc:sldMkLst>
        <pc:spChg chg="mod">
          <ac:chgData name="Brian Kim" userId="bfb6c6aebdabc740" providerId="LiveId" clId="{74EC4B11-5833-4F46-BD77-31239FA561C7}" dt="2026-10-05T06:49:29.350" v="3675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Brian Kim" userId="bfb6c6aebdabc740" providerId="LiveId" clId="{74EC4B11-5833-4F46-BD77-31239FA561C7}" dt="2026-10-05T06:55:52.420" v="4458" actId="20577"/>
          <ac:spMkLst>
            <pc:docMk/>
            <pc:sldMk cId="0" sldId="271"/>
            <ac:spMk id="19" creationId="{00000000-0000-0000-0000-000000000000}"/>
          </ac:spMkLst>
        </pc:spChg>
      </pc:sldChg>
      <pc:sldChg chg="modSp mod">
        <pc:chgData name="Brian Kim" userId="bfb6c6aebdabc740" providerId="LiveId" clId="{74EC4B11-5833-4F46-BD77-31239FA561C7}" dt="2026-10-05T07:03:22.466" v="5226" actId="20577"/>
        <pc:sldMkLst>
          <pc:docMk/>
          <pc:sldMk cId="0" sldId="272"/>
        </pc:sldMkLst>
        <pc:spChg chg="mod">
          <ac:chgData name="Brian Kim" userId="bfb6c6aebdabc740" providerId="LiveId" clId="{74EC4B11-5833-4F46-BD77-31239FA561C7}" dt="2026-10-05T07:03:22.466" v="5226" actId="20577"/>
          <ac:spMkLst>
            <pc:docMk/>
            <pc:sldMk cId="0" sldId="272"/>
            <ac:spMk id="6" creationId="{00000000-0000-0000-0000-000000000000}"/>
          </ac:spMkLst>
        </pc:spChg>
        <pc:spChg chg="mod">
          <ac:chgData name="Brian Kim" userId="bfb6c6aebdabc740" providerId="LiveId" clId="{74EC4B11-5833-4F46-BD77-31239FA561C7}" dt="2026-10-05T07:02:11.754" v="5184" actId="20577"/>
          <ac:spMkLst>
            <pc:docMk/>
            <pc:sldMk cId="0" sldId="272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56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· CLASS 19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and the Email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last five wedding questions. Then a company calls about a year-end party — and then they write.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· WEDDING  ·  10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have vegetarian food? Some guests have allergies.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send you a note with the allergies?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39896" y="1965960"/>
            <a:ext cx="200253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9896" y="1965960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before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· WEDDING  ·  11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parking? Is it near the subway?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cars can park?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· WEDDING  ·  12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bring our own photographer? What about flowers?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see some examples?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45536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5536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· WEDDING  ·  13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the deposit? What if we cancel?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easy to get a refund?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4408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· WEDDING  ·  14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come back with her next week? Can I have your number?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time to call?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1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I'm calling from ABC Korea. We're planning our year-end party. Do you have space in December?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how many people? — Dahye asks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8366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office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96512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96512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Okay. Let me check the date.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How many guests?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(Is there a minimum number?)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From 10 to 300 people is available.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2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eighty people, maybe a few more. Is the top-floor room available?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to see it?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8366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39896" y="1965960"/>
            <a:ext cx="188366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9896" y="196596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tables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It is possible. Let me check.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an available at December.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Which date do you want? And time?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you look at our website, you can see the event halls. Bella hall and ballroom hall are available.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It depends on the table type. Round table or U-shape and class room type. Which type do you want?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(Which floor that </a:t>
            </a:r>
            <a:r>
              <a:rPr lang="en-US" sz="1600" dirty="0" err="1">
                <a:solidFill>
                  <a:schemeClr val="bg1"/>
                </a:solidFill>
              </a:rPr>
              <a:t>bella</a:t>
            </a:r>
            <a:r>
              <a:rPr lang="en-US" sz="1600" dirty="0">
                <a:solidFill>
                  <a:schemeClr val="bg1"/>
                </a:solidFill>
              </a:rPr>
              <a:t> hall and ballroom located?)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Both halls are on 7</a:t>
            </a:r>
            <a:r>
              <a:rPr lang="en-US" sz="1600" baseline="30000" dirty="0">
                <a:solidFill>
                  <a:schemeClr val="bg1"/>
                </a:solidFill>
              </a:rPr>
              <a:t>th</a:t>
            </a:r>
            <a:r>
              <a:rPr lang="en-US" sz="1600" dirty="0">
                <a:solidFill>
                  <a:schemeClr val="bg1"/>
                </a:solidFill>
              </a:rPr>
              <a:t> floor. And if you need a meal, only round table can serve the food.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3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Either Thursday the 18th or Friday the 19th is fine.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better for you?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84832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4832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45536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5536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Okay. Let me check.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just checked and both days are available.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Have you visited our hotel?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(no)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May I ask you where did you hear us from?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(my boyfriend recommended me)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Thanks for telling 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(What time could we hold the event?)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Both starts at 6pm are available. Usually, it’s start at 5pm. Because, meal normally start 1 hour after the event.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Would you like to visit us? Or should I send you the quotation by an e-mail?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4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rate per person? Does that include drinks?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a set menu or a buffet?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58768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It depends. We have course menu and a buffet.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will send you the price list and food brochure by an e-mail.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Course menu has 3 options. You can choose.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(Can I choose multiple options?)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I’m sorry. You can only choose 1 menu.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(how about buffet?)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Buffet also has 3 options.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Food options are all different based on which option you choose. I can send you the details by an e-mail.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Drinks are not included. There is an extra charge for open drinks.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5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forgot to mention — we need a screen and a mic for a short presentation. And a photo zone?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the presentation?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47088" y="1965960"/>
            <a:ext cx="81381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47088" y="1965960"/>
            <a:ext cx="813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zone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can offer screen and mic for a presentation.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bring your laptop.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(What about a photo zone?)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don’t offer a photo zone. But you can set-up a photo zone in front of the event hall.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6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Several of our staff are vegetarian, and half of them don't drink.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vegetarian?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76479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drinks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15384" y="1965960"/>
            <a:ext cx="200253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15384" y="1965960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before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a vegetarian menu.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Let me know the guest number who need vegetarian menu.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2 weeks before the event.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also offer soft drinks.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7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send me a quote by email?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have your email address?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07792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07792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will send you a quote by today.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(In 2 hours?)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Okay. Sure. I will send in 2 hours.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· ABC KOREA  ·  8 /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come and see the room this week?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works for you?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first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Yes. You can see the room this week.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are you available?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What days works for you?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(How about tomorrow?)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Tomorrow is possible.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What time works for you?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(How about 2pm?)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will make an appointment tomorrow at 2pm.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(Perfect. See you tomorrow)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Just a moment. Can I get your name and the phone number?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(I’m Brian and here is my phone number. Good?)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Okay. I will text you the appointment confirmation.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(Perfect. See you tomorrow)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See you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HOW A REPLY IS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lines. Every reply.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GREET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0934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Ms. Kim, / Hi Sarah,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 선생님께 / 안녕하세요 Sarah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THANK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968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email.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주셔서 감사합니다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ANSWER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84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we have space on ~.  ·  The price is ~ won per person.  ·  Yes, we have a screen and a mic.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네, ~에 자리가 있어요 · 1인당 ~원이에요 · 네, 화면과 마이크 있어요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ASK BACK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let us know ~?  ·  Would you like to see the room?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알려주시겠어요? · 방을 보러 오시겠어요?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CLOSE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5595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attached the quote.  ·  Please feel free to call me.  ·  Best regards, Dahye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견적서 첨부했어요 · 편하게 전화 주세요 · Dahye 드림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1 /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120640" cy="5806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Kim, HR, ABC Korea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party – December 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466344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663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Dahye,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nice talking to you on the phone.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like to book the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room for our year-end party on Friday, December 19, for the whole evening. There will be about 80 people.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send me the price per person, and confirm that a screen and a mic are included?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6583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658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9168" y="6583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9168" y="658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74736" y="658368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74736" y="65836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00032" y="658368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00032" y="65836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844784" y="6583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44784" y="658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5696712" cy="5257800"/>
          </a:xfrm>
          <a:prstGeom prst="roundRect">
            <a:avLst>
              <a:gd name="adj" fmla="val 139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280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WRITES BACK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572768"/>
            <a:ext cx="52578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Dear Sarah,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Thanks for your e-mail.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Let me answer your questions.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can do Friday, December 19.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start at 5pm until 10pm.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1 hour before the event, You can have a prepare time.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use our screen and mic.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The fee to use the screen and mic is on the house.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Please check the quotation for details.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have attached the quotation and menu brochure and event photos for your reference.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Please feel free to reach out anytime.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Thank you.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chemeClr val="bg1"/>
                </a:solidFill>
              </a:rPr>
              <a:t>Dahye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2 /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120640" cy="5806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Kim, HR, ABC Korea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Year-end party – two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466344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663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Dahye,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quote.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changes, if possible: could we move the party to Thursday, December 18, and add 10 more people (90 in total)?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is there parking at the hotel?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6583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658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9168" y="658368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9168" y="6583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let me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658368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0" y="65836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36224" y="65836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36224" y="6583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490704" y="6583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490704" y="658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5696712" cy="5257800"/>
          </a:xfrm>
          <a:prstGeom prst="roundRect">
            <a:avLst>
              <a:gd name="adj" fmla="val 139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280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WRITES BACK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572768"/>
            <a:ext cx="52578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Dear Sarah,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Thanks for your e-mail.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Please let me answer your questions.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can change the date from Friday December 19 to Thursday December 18.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Adding 10 people is possible. 90 in total is possible.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So I have attached re-vised quotation. Please take a look.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park in the hotel for 100 cars.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It is in the basement. We offer 3 hours of free parking.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After that, there is an extra charge which is 1,000 KRW per 10 mins.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Please feel free to reach out anytime.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Thanks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chemeClr val="bg1"/>
                </a:solidFill>
              </a:rPr>
              <a:t>Dahye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1592</Words>
  <Application>Microsoft Office PowerPoint</Application>
  <PresentationFormat>와이드스크린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6</cp:revision>
  <dcterms:created xsi:type="dcterms:W3CDTF">2026-10-05T04:44:16Z</dcterms:created>
  <dcterms:modified xsi:type="dcterms:W3CDTF">2026-10-05T07:09:16Z</dcterms:modified>
</cp:coreProperties>
</file>
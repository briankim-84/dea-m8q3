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629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ian Kim" userId="bfb6c6aebdabc740" providerId="LiveId" clId="{250ADC61-5DEE-4322-90A2-02D8505F0FB5}"/>
    <pc:docChg chg="undo custSel modSld">
      <pc:chgData name="Brian Kim" userId="bfb6c6aebdabc740" providerId="LiveId" clId="{250ADC61-5DEE-4322-90A2-02D8505F0FB5}" dt="2026-09-04T06:57:00.428" v="855" actId="20577"/>
      <pc:docMkLst>
        <pc:docMk/>
      </pc:docMkLst>
      <pc:sldChg chg="addSp delSp modSp mod">
        <pc:chgData name="Brian Kim" userId="bfb6c6aebdabc740" providerId="LiveId" clId="{250ADC61-5DEE-4322-90A2-02D8505F0FB5}" dt="2026-09-04T06:57:00.428" v="855" actId="20577"/>
        <pc:sldMkLst>
          <pc:docMk/>
          <pc:sldMk cId="0" sldId="256"/>
        </pc:sldMkLst>
        <pc:spChg chg="mod">
          <ac:chgData name="Brian Kim" userId="bfb6c6aebdabc740" providerId="LiveId" clId="{250ADC61-5DEE-4322-90A2-02D8505F0FB5}" dt="2026-09-04T06:57:00.428" v="855" actId="20577"/>
          <ac:spMkLst>
            <pc:docMk/>
            <pc:sldMk cId="0" sldId="256"/>
            <ac:spMk id="27" creationId="{00000000-0000-0000-0000-000000000000}"/>
          </ac:spMkLst>
        </pc:spChg>
        <pc:spChg chg="add del mod">
          <ac:chgData name="Brian Kim" userId="bfb6c6aebdabc740" providerId="LiveId" clId="{250ADC61-5DEE-4322-90A2-02D8505F0FB5}" dt="2026-09-04T06:52:34.944" v="21"/>
          <ac:spMkLst>
            <pc:docMk/>
            <pc:sldMk cId="0" sldId="256"/>
            <ac:spMk id="29" creationId="{87A49F36-4E34-46E5-A038-B02FFD48CC6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47334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DAHYE · CLASS 10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7607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 Your Desk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7043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guest is coming in about his wedding. He came alone today.  </a:t>
            </a: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오늘은 신랑 혼자 오셨어요.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657600" cy="2788920"/>
          </a:xfrm>
          <a:prstGeom prst="roundRect">
            <a:avLst>
              <a:gd name="adj" fmla="val 2951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17647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· 맞이하기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057400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Hello, you must be Mr. ~.</a:t>
            </a:r>
            <a:endParaRPr lang="en-US" sz="14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안녕하세요, ~님이시죠</a:t>
            </a:r>
            <a:endParaRPr lang="en-US" sz="1450" dirty="0"/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have a seat.</a:t>
            </a:r>
            <a:endParaRPr lang="en-US" sz="14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앉으세요</a:t>
            </a:r>
            <a:endParaRPr lang="en-US" sz="1450" dirty="0"/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 get you coffee or tea?</a:t>
            </a:r>
            <a:endParaRPr lang="en-US" sz="14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커피나 차 드릴까요?</a:t>
            </a:r>
            <a:endParaRPr lang="en-US" sz="1450" dirty="0"/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coming today.</a:t>
            </a:r>
            <a:endParaRPr lang="en-US" sz="1450" dirty="0"/>
          </a:p>
          <a:p>
            <a:pPr marL="0" indent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와주셔서 감사합니다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434840" y="1600200"/>
            <a:ext cx="3657600" cy="2788920"/>
          </a:xfrm>
          <a:prstGeom prst="roundRect">
            <a:avLst>
              <a:gd name="adj" fmla="val 2951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90872" y="17647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· 대답하기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690872" y="2057400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we do. / No, we don't.</a:t>
            </a:r>
            <a:endParaRPr lang="en-US" sz="14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네, 있어요 / 아니요, 없어요</a:t>
            </a:r>
            <a:endParaRPr lang="en-US" sz="1450" dirty="0"/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~ people.</a:t>
            </a:r>
            <a:endParaRPr lang="en-US" sz="14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대략 ~명이요</a:t>
            </a:r>
            <a:endParaRPr lang="en-US" sz="1450" dirty="0"/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on the ~ floor.</a:t>
            </a:r>
            <a:endParaRPr lang="en-US" sz="14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~층에 있어요</a:t>
            </a:r>
            <a:endParaRPr lang="en-US" sz="1450" dirty="0"/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 provide ~.</a:t>
            </a:r>
            <a:endParaRPr lang="en-US" sz="1450" dirty="0"/>
          </a:p>
          <a:p>
            <a:pPr marL="0" indent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~를 준비해드릴 수 있어요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321040" y="1600200"/>
            <a:ext cx="3319272" cy="2788920"/>
          </a:xfrm>
          <a:prstGeom prst="roundRect">
            <a:avLst>
              <a:gd name="adj" fmla="val 2951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577072" y="1764792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YOU'RE STUCK · 막혔을 때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8577072" y="2057400"/>
            <a:ext cx="286207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Sorry — one more time?</a:t>
            </a:r>
            <a:endParaRPr lang="en-US" sz="14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죄송해요, 한 번만 더요</a:t>
            </a:r>
            <a:endParaRPr lang="en-US" sz="1450" dirty="0"/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a moment, please.</a:t>
            </a:r>
            <a:endParaRPr lang="en-US" sz="14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잠시만요</a:t>
            </a:r>
            <a:endParaRPr lang="en-US" sz="1450" dirty="0"/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me check.</a:t>
            </a:r>
            <a:endParaRPr lang="en-US" sz="14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확인해볼게요</a:t>
            </a:r>
            <a:endParaRPr lang="en-US" sz="1450" dirty="0"/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I'll find out for you.</a:t>
            </a:r>
            <a:endParaRPr lang="en-US" sz="1450" dirty="0"/>
          </a:p>
          <a:p>
            <a:pPr marL="0" indent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알아봐 드릴게요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526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WORDS</a:t>
            </a:r>
            <a:r>
              <a:rPr lang="en-US" sz="110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지난주 단어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818888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81888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655064" y="4818888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655064" y="481888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761488" y="4818888"/>
            <a:ext cx="1056132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761488" y="4818888"/>
            <a:ext cx="10561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963924" y="4818888"/>
            <a:ext cx="1056132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963924" y="4818888"/>
            <a:ext cx="10561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166360" y="4818888"/>
            <a:ext cx="1056132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166360" y="4818888"/>
            <a:ext cx="10561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368796" y="4818888"/>
            <a:ext cx="864108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368796" y="4818888"/>
            <a:ext cx="8641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" y="5394960"/>
            <a:ext cx="11091672" cy="1143000"/>
          </a:xfrm>
          <a:prstGeom prst="roundRect">
            <a:avLst>
              <a:gd name="adj" fmla="val 7200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  <p:txBody>
          <a:bodyPr/>
          <a:lstStyle/>
          <a:p>
            <a:endParaRPr lang="en-US" altLang="ko-KR" dirty="0"/>
          </a:p>
          <a:p>
            <a:r>
              <a:rPr lang="ko-KR" altLang="en-US" sz="1100" dirty="0">
                <a:solidFill>
                  <a:schemeClr val="bg1"/>
                </a:solidFill>
              </a:rPr>
              <a:t>행사에　참석한　외국인이　여러가지　내용들을　문의하는　상황　（에어컨　조절，　화면　스크린　엔지니어　관련，　장소가　잘못된　경우，　음식이　요청한　거대로　나오지　않은　경우　등등）　／　외국인들이　</a:t>
            </a:r>
            <a:r>
              <a:rPr lang="ko-KR" altLang="en-US" sz="1100" dirty="0" err="1">
                <a:solidFill>
                  <a:schemeClr val="bg1"/>
                </a:solidFill>
              </a:rPr>
              <a:t>친구들이랑</a:t>
            </a:r>
            <a:r>
              <a:rPr lang="ko-KR" altLang="en-US" sz="1100" dirty="0">
                <a:solidFill>
                  <a:schemeClr val="bg1"/>
                </a:solidFill>
              </a:rPr>
              <a:t>　파티　상담을　하러　왔을　때　／　신부　혼자　결혼　상담하러　왔을　때　／　외국계　기업의　외국인　담당자가　회사　이벤트　문의　관련한　상황　／　오늘　했던　상황도　진행하기　／　지속적으로　상황들을　섞어가면서　계속　진행하기</a:t>
            </a:r>
            <a:endParaRPr lang="en-US" altLang="ko-KR" sz="1100" dirty="0">
              <a:solidFill>
                <a:schemeClr val="bg1"/>
              </a:solidFill>
            </a:endParaRPr>
          </a:p>
          <a:p>
            <a:endParaRPr lang="ko-KR" altLang="en-US" dirty="0"/>
          </a:p>
        </p:txBody>
      </p:sp>
      <p:sp>
        <p:nvSpPr>
          <p:cNvPr id="28" name="Text 26"/>
          <p:cNvSpPr txBox="1"/>
          <p:nvPr/>
        </p:nvSpPr>
        <p:spPr>
          <a:xfrm>
            <a:off x="822960" y="551383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TODAY</a:t>
            </a:r>
            <a:r>
              <a:rPr lang="en-US" sz="11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막힌 것, 찾아본 표현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BRIAN ONLY · 학생에게 보여주지 않음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Tom's Questions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쉬운 것부터. 잘 받으면 넘어가고, 막히면 거기 머무르기. 중간에 한 번은 빠르게 말해서 'Sorry — one more time?' 쓰게 하기.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566160" cy="2148840"/>
          </a:xfrm>
          <a:prstGeom prst="roundRect">
            <a:avLst>
              <a:gd name="adj" fmla="val 2979"/>
            </a:avLst>
          </a:prstGeom>
          <a:solidFill>
            <a:srgbClr val="242424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05740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Hi, I have an appointment at two.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I'm Tom. My fiancée couldn't come today.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We're getting married in Korea.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We live in Singapore.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1600200"/>
            <a:ext cx="3566160" cy="2148840"/>
          </a:xfrm>
          <a:prstGeom prst="roundRect">
            <a:avLst>
              <a:gd name="adj" fmla="val 2979"/>
            </a:avLst>
          </a:prstGeom>
          <a:solidFill>
            <a:srgbClr val="242424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&amp; SIZE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05740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Is May possible?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Is Saturday okay?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How many people can come?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Is the hall big?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38160" y="1600200"/>
            <a:ext cx="3566160" cy="2148840"/>
          </a:xfrm>
          <a:prstGeom prst="roundRect">
            <a:avLst>
              <a:gd name="adj" fmla="val 2979"/>
            </a:avLst>
          </a:prstGeom>
          <a:solidFill>
            <a:srgbClr val="242424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6676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HALL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8366760" y="205740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What floor is it on?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Are there windows?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Can we see photos?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Can I send her the photos?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3566160" cy="2148840"/>
          </a:xfrm>
          <a:prstGeom prst="roundRect">
            <a:avLst>
              <a:gd name="adj" fmla="val 2979"/>
            </a:avLst>
          </a:prstGeom>
          <a:solidFill>
            <a:srgbClr val="242424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40690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&amp; PRICE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438912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How much is it for one person?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Is food included?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What kind of food?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Do you have vegetarian?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343400" y="3931920"/>
            <a:ext cx="3566160" cy="2148840"/>
          </a:xfrm>
          <a:prstGeom prst="roundRect">
            <a:avLst>
              <a:gd name="adj" fmla="val 2979"/>
            </a:avLst>
          </a:prstGeom>
          <a:solidFill>
            <a:srgbClr val="242424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0" y="40690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THERE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0" y="438912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Is there parking?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Is it near the subway?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Can we bring our own photographer?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138160" y="3931920"/>
            <a:ext cx="3566160" cy="2148840"/>
          </a:xfrm>
          <a:prstGeom prst="roundRect">
            <a:avLst>
              <a:gd name="adj" fmla="val 2979"/>
            </a:avLst>
          </a:prstGeom>
          <a:solidFill>
            <a:srgbClr val="242424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366760" y="40690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8366760" y="438912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What time does it start?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She wants to know about the flowers.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I'll ask her and let you know.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Can I come back with her next week?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Can I have your number?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452</Words>
  <Application>Microsoft Office PowerPoint</Application>
  <PresentationFormat>와이드스크린</PresentationFormat>
  <Paragraphs>75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맑은 고딕</vt:lpstr>
      <vt:lpstr>Arial</vt:lpstr>
      <vt:lpstr>Calibri</vt:lpstr>
      <vt:lpstr>Georgia</vt:lpstr>
      <vt:lpstr>Office Theme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Brian Kim</cp:lastModifiedBy>
  <cp:revision>2</cp:revision>
  <dcterms:created xsi:type="dcterms:W3CDTF">2026-09-01T15:32:41Z</dcterms:created>
  <dcterms:modified xsi:type="dcterms:W3CDTF">2026-09-04T07:08:53Z</dcterms:modified>
</cp:coreProperties>
</file>
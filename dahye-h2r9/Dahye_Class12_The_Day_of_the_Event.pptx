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12  ·  PART 1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WHEN HE ASKS · 질문이 오면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was good. / It was okay.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좋았어요 / 그냥 그랬어요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went to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갔어요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stayed home.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집에 있었어요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ate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~를 먹었어요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very hot. / Not really.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아주요 / 별로요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a little tired today.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오늘 좀 피곤해요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Nothing special.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별일 없어요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4465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ASK HIM BACK · 되묻기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46520" y="205740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about you?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그쪽은요?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do yesterday?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어제 뭐 하셨어요?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Is this week busy for you?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이번 주 바쁘세요?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Really?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진짜요?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sounds nice.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좋았겠네요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Me too.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저도요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12  ·  PART 2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Day of the Event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결혼식 당일. 하객이 이것저것 말을 겁니다 — 이번엔 물어보는 게 아니라 불편을 말합니다.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FIRST · 먼저 사과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I'm so sorry about that.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정말 죄송합니다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Thank you for telling me.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말씀해주셔서 감사해요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take care of it.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제가 처리할게요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send someone right away.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바로 사람 보낼게요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Give me two minutes.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2분만 주세요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OFFER SOMETHING · 대안 주기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Would ~ be okay instead?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대신 ~는 어떠세요?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 can move you to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~로 옮겨드릴 수 있어요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bring you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가져다드릴게요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on the ~ floor, this way.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~층이에요, 이쪽입니다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 finishes around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~쯤 끝나요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you mean ~?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 말씀이세요?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DAHYE · CLASS 12  ·  PART 3  (20 min)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Party, Again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그 친구들이 다시 왔어요. 이번엔 더 빨리.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WELCOME · 맞이하기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Hello! Come in.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안녕하세요, 들어오세요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many of you?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몇 분이세요?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Please have a seat.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앉으세요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Whose birthday is it?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누구 생일이에요?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Happy early birthday!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미리 축하해요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657600" cy="4800600"/>
          </a:xfrm>
          <a:prstGeom prst="roundRect">
            <a:avLst>
              <a:gd name="adj" fmla="val 22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617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ANSWER · 대답하기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617720" y="2103120"/>
            <a:ext cx="310896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Yes, that's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네, 괜찮아요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About ~ people is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~명 정도 괜찮아요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a private room.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따로 쓰는 방이에요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It's ~ won per person.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1인당 ~원이에요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 can stay until ~.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~시까지 계셔도 돼요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deposit is ~ won.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예약금은 ~원이에요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Card is fine.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카드 돼요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502152" cy="4800600"/>
          </a:xfrm>
          <a:prstGeom prst="roundRect">
            <a:avLst>
              <a:gd name="adj" fmla="val 235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412480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STUCK · 막혔을 때</a:t>
            </a:r>
            <a:endParaRPr lang="en-US" sz="12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412480" y="2103120"/>
            <a:ext cx="295351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Sorry — one more time?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한 번만 더요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Just a moment.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잠시만요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Let me check.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확인해볼게요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I'll find out.</a:t>
            </a:r>
            <a:endParaRPr lang="en-US" sz="18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알아볼게요</a:t>
            </a:r>
            <a:endParaRPr lang="en-US" sz="18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6B6B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BRIAN ONLY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Questions &amp; Notes</a:t>
            </a:r>
            <a:endParaRPr lang="en-US" sz="2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SMALL TALK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was your week?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do anything fun?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have for lunch?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still hot outside?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did you do yesterday?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Did you watch anything good?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Are you tired today?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did you wake up?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Do you have plans tonight?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Any plans this weekend?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64992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47872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EVENT · 1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547872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Excuse me, where is the Kim wedding?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this the right floor?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 can I put my coat?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Where's the restroom?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Excuse me, it's very cold in here.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you turn down the air conditioning?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wife is freezing. Can we move to another table?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The screen isn't working.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 can't see the video.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81344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64224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EVENT · 2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64224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someone fix it? It's starting soon.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This isn't what we ordered.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 asked for the vegetarian meal.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My friend has a nut allergy — is this safe?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get more water?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charge my phone somewhere?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place to smoke?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does it finish?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take photos here?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Thank you for your help.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97696" y="118872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242424"/>
          </a:solidFill>
          <a:ln w="12700">
            <a:solidFill>
              <a:srgbClr val="3A3A3A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180576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PARTY (again)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180576" y="1572768"/>
            <a:ext cx="23774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Hi! Are you the event manager?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looking for a place for a birthday party.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It's next Saturday. Is that too soon?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We're about fifteen people.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see the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it a private room?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How much is it per person?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food included?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bring a cake?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What time can we start?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Is there a deposit?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we pay by card?</a:t>
            </a:r>
            <a:endParaRPr lang="en-US" sz="10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· Can I have your number?</a:t>
            </a:r>
            <a:endParaRPr lang="en-US" sz="10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242424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22960" y="5394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22960" y="5650992"/>
            <a:ext cx="1051560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2026-09-09T02:41:35Z</dcterms:created>
  <dcterms:modified xsi:type="dcterms:W3CDTF">2026-09-09T02:41:35Z</dcterms:modified>
</cp:coreProperties>
</file>
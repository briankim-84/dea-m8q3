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DAHYE · CLASS 14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Five Rooms, One Hour</a:t>
            </a:r>
            <a:endParaRPr lang="en-US" sz="4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Small talk, the corporate event, and the two you've done before.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English with Brian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PART 1  ·  20 MIN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Small Talk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가볍게 시작해요. 묻고, 되묻기.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800600"/>
          </a:xfrm>
          <a:prstGeom prst="roundRect">
            <a:avLst>
              <a:gd name="adj" fmla="val 171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1783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ANSWER · 대답하기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49377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I've been good.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잘 지냈어요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went home and rested.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집에 가서 쉬었어요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slept well. / I didn't sleep much.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잘 잤어요 / 잘 못 잤어요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had ~ for lunch.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점심으로 ~ 먹었어요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Yes, it's much cooler.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네, 훨씬 시원해요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This morning I ~.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아침에는 ~했어요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watched a drama.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드라마 봤어요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came by subway.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지하철로 왔어요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486400" cy="4800600"/>
          </a:xfrm>
          <a:prstGeom prst="roundRect">
            <a:avLst>
              <a:gd name="adj" fmla="val 171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46520" y="1783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ASK BACK · 되묻기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46520" y="2103120"/>
            <a:ext cx="49377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about you?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그쪽은요?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Did you have lunch?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점심 드셨어요?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Did you sleep well?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잘 주무셨어요?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Really?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진짜요?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That sounds good.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좋네요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Me too.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저도요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PART 2  ·  20 MIN  ·  1 of 2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Corporate Event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외국계 회사 담당자가 연말 행사 자리를 알아보러 왔어요.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57600" cy="4800600"/>
          </a:xfrm>
          <a:prstGeom prst="roundRect">
            <a:avLst>
              <a:gd name="adj" fmla="val 22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WELCOME · 맞이하기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31089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Hello, how can I help you?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안녕하세요, 무엇을 도와드릴까요?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Please have a seat.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앉으세요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For how many people?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몇 분이세요?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When are you thinking of?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언제로 생각하세요?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Let me check the calendar.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일정 확인해볼게요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657600" cy="4800600"/>
          </a:xfrm>
          <a:prstGeom prst="roundRect">
            <a:avLst>
              <a:gd name="adj" fmla="val 22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61772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BASICS · 기본 안내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617720" y="2103120"/>
            <a:ext cx="31089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Yes, we can do that.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네, 가능해요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Eighty people is fine.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80명 괜찮아요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December is still open.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12월 아직 자리 있어요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~ won per person.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1인당 ~원이에요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Drinks are extra.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음료는 별도예요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Let me show you the room.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방 보여드릴게요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138160" y="1600200"/>
            <a:ext cx="3502152" cy="4800600"/>
          </a:xfrm>
          <a:prstGeom prst="roundRect">
            <a:avLst>
              <a:gd name="adj" fmla="val 23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412480" y="178308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STUCK · 막혔을 때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412480" y="2103120"/>
            <a:ext cx="2953512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Sorry — one more time?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한 번만 더요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Just a moment, please.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잠시만요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Let me check.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확인해볼게요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I'll find out for you.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알아봐 드릴게요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you mean ~?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 말씀이세요?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PART 2  ·  20 MIN  ·  2 of 2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Corporate Event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이제 세부 사항 — 장비, 음식, 결제.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57600" cy="4800600"/>
          </a:xfrm>
          <a:prstGeom prst="roundRect">
            <a:avLst>
              <a:gd name="adj" fmla="val 22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EQUIPMENT · 장비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31089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 have a screen and a mic.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화면이랑 마이크 있어요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 can play a video.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영상 트셔도 돼요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Music is fine until ~.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음악은 ~시까지 돼요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 can bring decorations.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장식 가져오셔도 돼요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We'll set it up for you.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저희가 세팅해드려요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657600" cy="4800600"/>
          </a:xfrm>
          <a:prstGeom prst="roundRect">
            <a:avLst>
              <a:gd name="adj" fmla="val 22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61772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FOOD &amp; MONEY · 음식과 결제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617720" y="2103120"/>
            <a:ext cx="31089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 have vegetarian options.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채식 메뉴 있어요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 can do it without pork.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돼지고기 빼고 가능해요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deposit is ~ percent.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예약금은 ~%예요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 can pay by card or transfer.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카드나 계좌이체 되세요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I'll send you a quote by email.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견적서 메일로 보내드릴게요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138160" y="1600200"/>
            <a:ext cx="3502152" cy="4800600"/>
          </a:xfrm>
          <a:prstGeom prst="roundRect">
            <a:avLst>
              <a:gd name="adj" fmla="val 23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412480" y="178308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CLOSING · 마무리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412480" y="2103120"/>
            <a:ext cx="2953512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Can I have your card?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명함 주시겠어요?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I'll email you today.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오늘 메일 드릴게요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Take your time.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천천히 생각해보세요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Thank you for coming in.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와주셔서 감사합니다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PART 3  ·  10 MIN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Wedding, Again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Tom이 다시 왔어요. 이번엔 더 빨리.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57600" cy="4800600"/>
          </a:xfrm>
          <a:prstGeom prst="roundRect">
            <a:avLst>
              <a:gd name="adj" fmla="val 22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WELCOME · 맞이하기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31089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Hello, you must be Mr. ~.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~님이시죠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Please have a seat.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앉으세요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Coffee or tea?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커피요, 차요?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Thank you for coming.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와주셔서 감사해요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657600" cy="4800600"/>
          </a:xfrm>
          <a:prstGeom prst="roundRect">
            <a:avLst>
              <a:gd name="adj" fmla="val 22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61772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ANSWER · 대답하기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617720" y="2103120"/>
            <a:ext cx="31089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Yes, May is possible.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5월 가능해요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About two hundred people.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200명 정도요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on the third floor.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3층이에요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Yes, food is included.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네, 식사 포함이에요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 have a vegetarian menu.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채식 메뉴 있어요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Here's my card.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제 명함이에요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138160" y="1600200"/>
            <a:ext cx="3502152" cy="4800600"/>
          </a:xfrm>
          <a:prstGeom prst="roundRect">
            <a:avLst>
              <a:gd name="adj" fmla="val 23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412480" y="178308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STUCK · 막혔을 때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412480" y="2103120"/>
            <a:ext cx="2953512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Sorry — one more time?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한 번만 더요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Just a moment.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잠시만요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Let me check.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확인해볼게요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I'll find out.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알아볼게요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PART 3  ·  10 MIN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Party, Again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친구들이 다시 왔어요.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57600" cy="4800600"/>
          </a:xfrm>
          <a:prstGeom prst="roundRect">
            <a:avLst>
              <a:gd name="adj" fmla="val 22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WELCOME · 맞이하기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31089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Hello! Come in.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안녕하세요, 들어오세요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many of you?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몇 분이세요?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Please have a seat.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앉으세요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Whose birthday is it?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누구 생일이에요?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Happy early birthday!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미리 축하해요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657600" cy="4800600"/>
          </a:xfrm>
          <a:prstGeom prst="roundRect">
            <a:avLst>
              <a:gd name="adj" fmla="val 22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61772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ANSWER · 대답하기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617720" y="2103120"/>
            <a:ext cx="31089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Yes, that's fine.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네, 괜찮아요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About ~ people is fine.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~명 정도 괜찮아요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a private room.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따로 쓰는 방이에요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~ won per person.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1인당 ~원이에요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 can stay until ~.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~시까지 계셔도 돼요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deposit is ~ won.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예약금은 ~원이에요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Card is fine.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카드 돼요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138160" y="1600200"/>
            <a:ext cx="3502152" cy="4800600"/>
          </a:xfrm>
          <a:prstGeom prst="roundRect">
            <a:avLst>
              <a:gd name="adj" fmla="val 23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412480" y="178308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STUCK · 막혔을 때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412480" y="2103120"/>
            <a:ext cx="2953512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Sorry — one more time?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한 번만 더요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Just a moment.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잠시만요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Let me check.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확인해볼게요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I'll find out.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알아볼게요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6B6B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BRIAN ONLY  ·  PART 1 &amp; 2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Questions &amp; Notes</a:t>
            </a:r>
            <a:endParaRPr lang="en-US" sz="2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566160" cy="3977640"/>
          </a:xfrm>
          <a:prstGeom prst="roundRect">
            <a:avLst>
              <a:gd name="adj" fmla="val 1795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49808" y="12984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SMALL TALK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49808" y="1572768"/>
            <a:ext cx="3200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How have you been?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did you do after our class on Monday?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Did you sleep well last night?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did you have for lunch?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it cooler today?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did you do this morning?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Did you watch anything last night?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How did you get here today?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Do you drink coffee in the afternoon?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are you doing this weekend?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43400" y="1188720"/>
            <a:ext cx="3566160" cy="3977640"/>
          </a:xfrm>
          <a:prstGeom prst="roundRect">
            <a:avLst>
              <a:gd name="adj" fmla="val 1795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544568" y="12984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CORPORATE · 1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544568" y="1572768"/>
            <a:ext cx="3200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Hi, I'm calling about a corporate event.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We're a foreign company here in Seoul.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We're planning our year-end party.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It's in December — is that too late to book?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 have about eighty people. Is that too many?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Do you have a room for that?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see the room first?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How much is it per person?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Does that include drinks?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have a bar?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138160" y="1188720"/>
            <a:ext cx="3566160" cy="3977640"/>
          </a:xfrm>
          <a:prstGeom prst="roundRect">
            <a:avLst>
              <a:gd name="adj" fmla="val 1795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339328" y="12984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CORPORATE · 2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339328" y="1572768"/>
            <a:ext cx="3200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there a screen and a microphone?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 want to show a video — is that okay?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play music? How late?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bring our own decorations?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Do you have vegetarian options?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Some of our staff don't eat pork.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time can we start?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How long can we stay?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there parking?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Do you need a deposit? How do we pay?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you send me a quote by email?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My email is on this card.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Thank you — I'll talk to my manager.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530352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242424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22960" y="53949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650992"/>
            <a:ext cx="105156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6B6B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BRIAN ONLY  ·  PART 3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Two You've Done Before</a:t>
            </a:r>
            <a:endParaRPr lang="en-US" sz="2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486400" cy="3977640"/>
          </a:xfrm>
          <a:prstGeom prst="roundRect">
            <a:avLst>
              <a:gd name="adj" fmla="val 1609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240" y="12984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WEDDING · Tom (10 min)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77240" y="1572768"/>
            <a:ext cx="50292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Hi, I have an appointment at two.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I'm Tom. My fiancée couldn't come today.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We're getting married in Korea.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 live in Singapore.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May possible?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Saturday okay?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How many people can come?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the hall big?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floor is it on?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Are there windows?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see photos?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I send her the photos?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How much is it for one person?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food included? What kind?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Do you have vegetarian?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there parking?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it near the subway?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bring our own photographer?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time does it start?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She wants to know about the flowers.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I come back with her next week?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I have your number?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63640" y="1188720"/>
            <a:ext cx="5486400" cy="3977640"/>
          </a:xfrm>
          <a:prstGeom prst="roundRect">
            <a:avLst>
              <a:gd name="adj" fmla="val 1609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492240" y="12984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PARTY · three friends (10 min)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92240" y="1572768"/>
            <a:ext cx="50292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Hi! Are you the event manager?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We're looking for a place for a birthday party.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It's her birthday — this is Mia.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It's next Saturday. Is that too soon?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We're about fifteen people. Is that okay?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Maybe twenty — too many?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see the room?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it a private room?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there a window?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play our own music? We like it loud.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How much is it per person?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food included? What kind?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bring a cake?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bring our own drinks?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Do you have vegetarian food?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time can we start?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How long can we stay?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there a deposit? When do we pay?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pay by card?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take photos of the room?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We'll come back tomorrow.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I have your number?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530352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242424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22960" y="53949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22960" y="5650992"/>
            <a:ext cx="105156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2026-09-17T00:11:59Z</dcterms:created>
  <dcterms:modified xsi:type="dcterms:W3CDTF">2026-09-17T00:11:59Z</dcterms:modified>
</cp:coreProperties>
</file>
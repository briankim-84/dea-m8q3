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DAHYE · CLASS 13  ·  PART 1  (20 min)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Corporate Event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외국계 회사 담당자가 연말 행사 자리를 알아보러 왔어요.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WELCOME · 맞이하기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Hello, how can I help you?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안녕하세요, 무엇을 도와드릴까요?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have a seat.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앉으세요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For how many people?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몇 분이세요?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are you thinking of?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언제로 생각하세요?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check the calendar.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일정 확인해볼게요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6177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ANSWER · 대답하기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61772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we can do that.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네, 가능해요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Eighty people is fine.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80명 괜찮아요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December is still open.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12월 아직 자리 있어요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~ won per person.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1인당 ~원이에요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Drinks are extra.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음료는 별도예요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have a screen and a mic.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화면이랑 마이크 있어요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send you a quote.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견적서 보내드릴게요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502152" cy="4800600"/>
          </a:xfrm>
          <a:prstGeom prst="roundRect">
            <a:avLst>
              <a:gd name="adj" fmla="val 23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1783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STUCK · 막혔을 때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12480" y="2103120"/>
            <a:ext cx="295351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Sorry — one more time?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한 번만 더요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Just a moment, please.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잠시만요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check.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확인해볼게요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find out for you.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알아봐 드릴게요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you mean ~?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말씀이세요?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DAHYE · CLASS 13  ·  PART 2  (20 min)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Phone Is Ringing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행사에 오는 외국인 손님들이 사무실로 전화해서 이것저것 물어요.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 THE PHONE · 전화 받기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Hello, event office.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네, 행사 사무실입니다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can I help you?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무엇을 도와드릴까요?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that's right.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네, 맞아요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No problem at all.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전혀 문제없어요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See you tomorrow!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내일 뵐게요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6177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ANSWER · 대답하기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61772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on the ~ floor.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~층이에요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Use exit ~.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~번 출구로 오세요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starts at ~.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~시에 시작해요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food is provided.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네, 식사 나와요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bring your ID.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신분증 가져오세요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can leave your coat there.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코트는 거기 맡기시면 돼요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Just ask for me at the desk.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데스크에서 저를 찾으세요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502152" cy="4800600"/>
          </a:xfrm>
          <a:prstGeom prst="roundRect">
            <a:avLst>
              <a:gd name="adj" fmla="val 23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1783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STUCK · 막혔을 때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12480" y="2103120"/>
            <a:ext cx="295351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Sorry — one more time?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한 번만 더요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Could you speak a little slower?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조금만 천천히 말씀해주세요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check.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확인해볼게요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Can I call you back?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제가 다시 전화드려도 될까요?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you mean ~?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말씀이세요?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DAHYE · CLASS 13  ·  PART 3  (20 min)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Two You've Done Before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결혼 상담 10분, 파티 문의 10분. 이번엔 더 빨리.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WEDDING · 결혼 상담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Hello, you must be Mr. ~.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~님이시죠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have a seat.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앉으세요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May is possible.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5월 가능해요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About two hundred people.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200명 정도요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on the third floor.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3층이에요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food is included.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네, 식사 포함이에요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Here's my card.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 명함이에요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6177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PARTY · 파티 문의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61772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Hello! Come in.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안녕하세요, 들어오세요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many of you?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몇 분이세요?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that's fine.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네, 괜찮아요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a private room.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따로 쓰는 방이에요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can bring a cake.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케이크 가져오셔도 돼요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deposit is ~ won.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예약금은 ~원이에요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Card is fine.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카드 돼요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502152" cy="4800600"/>
          </a:xfrm>
          <a:prstGeom prst="roundRect">
            <a:avLst>
              <a:gd name="adj" fmla="val 23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1783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STUCK · 막혔을 때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12480" y="2103120"/>
            <a:ext cx="295351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Sorry — one more time?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한 번만 더요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Just a moment.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잠시만요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check.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확인해볼게요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find out.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알아볼게요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6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BRIAN ONLY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Questions &amp; Notes</a:t>
            </a:r>
            <a:endParaRPr lang="en-US" sz="2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97480" cy="3977640"/>
          </a:xfrm>
          <a:prstGeom prst="roundRect">
            <a:avLst>
              <a:gd name="adj" fmla="val 2373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1298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P1 · CORPORATE EVENT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1572768"/>
            <a:ext cx="23774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Hi, I'm calling about a corporate event.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We're a foreign company here in Seoul.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We're planning our year-end party.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It's in December — is that too late to book?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have about eighty people. Is that too many?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you have a room for that?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see the room first?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much is it per person?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Does that include drinks?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have a bar?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you have vegetarian options?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Some of our staff don't eat pork.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bring our own decorations?</a:t>
            </a:r>
            <a:endParaRPr lang="en-US" sz="1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364992" y="1188720"/>
            <a:ext cx="2697480" cy="3977640"/>
          </a:xfrm>
          <a:prstGeom prst="roundRect">
            <a:avLst>
              <a:gd name="adj" fmla="val 2373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547872" y="1298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P1 · CONTINUED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547872" y="1572768"/>
            <a:ext cx="23774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a screen and a microphone?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want to show a video — is that okay?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play music?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time can we start?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long can we stay?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parking?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do we pay?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you need a deposit?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you send me a quote by email?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My email is on this card.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Thank you — I'll talk to my manager.</a:t>
            </a:r>
            <a:endParaRPr lang="en-US" sz="1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81344" y="1188720"/>
            <a:ext cx="2697480" cy="3977640"/>
          </a:xfrm>
          <a:prstGeom prst="roundRect">
            <a:avLst>
              <a:gd name="adj" fmla="val 2373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364224" y="1298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P2 · THE PHONE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364224" y="1572768"/>
            <a:ext cx="23774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Hi, is this the event office?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I'm coming to the ABC company event.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floor is it on?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Which exit should I use?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parking for visitors?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time does it start? Am I too early?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I need to register first?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I need to bring my ID?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lost my invitation — is that okay?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bring a guest?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a dress code?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food provided?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have a nut allergy — who should I tell?</a:t>
            </a:r>
            <a:endParaRPr lang="en-US" sz="1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997696" y="1188720"/>
            <a:ext cx="2697480" cy="3977640"/>
          </a:xfrm>
          <a:prstGeom prst="roundRect">
            <a:avLst>
              <a:gd name="adj" fmla="val 2373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9180576" y="1298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P2 · CONTINUED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180576" y="1572768"/>
            <a:ext cx="23774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a place to leave my coat?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wifi?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charge my phone there?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 room warm or cold?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My colleague is late — can he still come in?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Where can I find you when I arrive?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What's your name, sorry?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call this number again?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Sorry, could you repeat that?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Sorry, one more time — which floor?</a:t>
            </a:r>
            <a:endParaRPr lang="en-US" sz="10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Thank you so much for your help.</a:t>
            </a:r>
            <a:endParaRPr lang="en-US" sz="1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242424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22960" y="53949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2960" y="5650992"/>
            <a:ext cx="105156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6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BRIAN ONLY  ·  PART 3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Two You've Done Before</a:t>
            </a:r>
            <a:endParaRPr lang="en-US" sz="2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3977640"/>
          </a:xfrm>
          <a:prstGeom prst="roundRect">
            <a:avLst>
              <a:gd name="adj" fmla="val 1609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12984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WEDDING · Tom (10 min)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1572768"/>
            <a:ext cx="50292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Hi, I have an appointment at two.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I'm Tom. My fiancée couldn't come today.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We're getting married in Korea.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live in Singapore.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May possible?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Saturday okay?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many people can come?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 hall big?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floor is it on?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Are there windows?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see photos?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send her the photos?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much is it for one person?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food included? What kind?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choose the menu?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you have vegetarian?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parking?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it near the subway?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bring our own photographer?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time does it start?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long does it take?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She wants to know about the flowers.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I'll ask her and let you know.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come back with her next week?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have your number?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63640" y="1188720"/>
            <a:ext cx="5486400" cy="3977640"/>
          </a:xfrm>
          <a:prstGeom prst="roundRect">
            <a:avLst>
              <a:gd name="adj" fmla="val 1609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92240" y="12984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PARTY · three friends (10 min)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92240" y="1572768"/>
            <a:ext cx="50292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Hi! Are you the event manager?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We're looking for a place for a birthday party.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It's her birthday — this is Mia.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It's next Saturday. Is that too soon?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We're about fifteen people. Is that okay?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Maybe twenty — too many?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see the room?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it a private room?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a window?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play our own music? We like it loud.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much is it per person?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food included? What kind?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bring a cake?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bring our own drinks?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you have vegetarian food?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time can we start?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long can we stay?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a deposit? When do we pay?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pay by card?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take photos of the room?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send this to the others?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We'll talk and come back tomorrow.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have your number?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Thank you! See you tomorrow.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530352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242424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3949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2960" y="5650992"/>
            <a:ext cx="105156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2026-09-14T00:01:23Z</dcterms:created>
  <dcterms:modified xsi:type="dcterms:W3CDTF">2026-09-14T00:01:23Z</dcterms:modified>
</cp:coreProperties>
</file>
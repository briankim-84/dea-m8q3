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DAHYE · CLASS 15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Corporate Event, Again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Same two situations. More questions this time.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1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Small Talk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월요일 오후. 가볍게 시작해요.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800600"/>
          </a:xfrm>
          <a:prstGeom prst="roundRect">
            <a:avLst>
              <a:gd name="adj" fmla="val 171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ANSWER · 대답하기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49377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was good. / It was quiet.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좋았어요 / 조용했어요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went to ~.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~에 갔어요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stayed home.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집에 있었어요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ate ~ yesterday.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어제 ~ 먹었어요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I slept in.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늦잠 잤어요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was very crowded.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사람이 아주 많았어요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saw my family.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가족을 만났어요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For Chuseok, I'm going to ~.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추석엔 ~에 가요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486400" cy="4800600"/>
          </a:xfrm>
          <a:prstGeom prst="roundRect">
            <a:avLst>
              <a:gd name="adj" fmla="val 171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4652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ASK BACK · 되묻기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46520" y="2103120"/>
            <a:ext cx="49377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about you?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그쪽은요?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Did you go anywhere?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어디 가셨어요?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are you doing for Chuseok?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추석에 뭐 하세요?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Really?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진짜요?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That sounds nice.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좋았겠네요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Me too.</a:t>
            </a:r>
            <a:endParaRPr lang="en-US" sz="16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저도요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2  ·  1 of 2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Corporate Event — Phone Call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외국계 회사 담당자가 연말 행사를 알아보려고 전화했어요.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 THE PHONE · 전화 받기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Hello, this is the event office.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행사 사무실입니다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can I help you?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무엇을 도와드릴까요?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For how many people?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몇 분이세요?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are you thinking of?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언제로 생각하세요?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check the calendar.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일정 확인해볼게요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6177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ROOM · 공간 안내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61772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December is still open.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12월 아직 자리 있어요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Eighty people is fine.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80명 괜찮아요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biggest room holds ~.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제일 큰 방은 ~명까지 돼요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we can do round tables.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원형 테이블 가능해요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There's a small stage.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작은 무대가 있어요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can set up a photo zone.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포토존 만들어드릴 수 있어요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You're welcome to see the room.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방 보러 오셔도 돼요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502152" cy="4800600"/>
          </a:xfrm>
          <a:prstGeom prst="roundRect">
            <a:avLst>
              <a:gd name="adj" fmla="val 23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1783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STUCK · 막혔을 때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12480" y="2103120"/>
            <a:ext cx="295351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Sorry — one more time?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한 번만 더요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Could you speak a little slower?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조금만 천천히 말씀해주세요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check.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확인해볼게요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Can I call you back?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다시 전화드려도 될까요?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 mean ~?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말씀이세요?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2  ·  2 of 2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Corporate Event — Details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장비, 음식, 돈, 그리고 마무리.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EQUIPMENT · 장비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have a screen and a mic.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화면이랑 마이크 있어요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can play a video.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영상 트셔도 돼요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Music is fine until ~.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음악은 ~시까지 돼요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there's free Wi-Fi.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무료 와이파이 있어요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We'll have ~ staff on the day.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당일 직원 ~명이 있어요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6177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FOOD &amp; MONEY · 음식과 결제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61772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~ won per person.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1인당 ~원이에요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Drinks are extra.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음료는 별도예요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have vegetarian options.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채식 메뉴 있어요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send you a sample menu.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샘플 메뉴 보내드릴게요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minimum is ~ people.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최소 ~명이에요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For a big group, we can talk about a discount.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단체면 할인 얘기해볼 수 있어요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deposit is ~ percent.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예약금은 ~%예요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502152" cy="4800600"/>
          </a:xfrm>
          <a:prstGeom prst="roundRect">
            <a:avLst>
              <a:gd name="adj" fmla="val 23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1783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CLOSING · 마무리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12480" y="2103120"/>
            <a:ext cx="295351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need the final number by ~.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최종 인원은 ~까지 주세요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can cancel until ~.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~까지 취소 가능해요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send you a quote today.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오늘 견적서 보내드릴게요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Can I have your email?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이메일 주시겠어요?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Thank you for calling.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전화 주셔서 감사해요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3  ·  1 of 2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Day Of — On the Phone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행사 당일. 외국인 참석자들이 사무실로 전화해요.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 THE PHONE · 전화 받기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Hello, event office.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행사 사무실입니다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that's right.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맞아요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No problem at all.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전혀 문제없어요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See you soon!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곧 뵐게요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Ask for me at the desk.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데스크에서 저를 찾으세요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6177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ANSWER · 대답하기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61772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on the ~ floor.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~층이에요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Use exit ~.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~번 출구로 오세요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starts at ~.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~시에 시작해요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register at the desk first.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먼저 데스크에서 등록해주세요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bring your ID.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신분증 가져오세요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food is provided.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식사 나와요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Your colleague can still come in.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동료분 들어오셔도 돼요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502152" cy="4800600"/>
          </a:xfrm>
          <a:prstGeom prst="roundRect">
            <a:avLst>
              <a:gd name="adj" fmla="val 23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1783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STUCK · 막혔을 때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12480" y="2103120"/>
            <a:ext cx="295351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Sorry — one more time?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한 번만 더요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Could you speak a little slower?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조금만 천천히 말씀해주세요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check.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확인해볼게요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Can I call you back?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다시 전화드려도 될까요?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 mean ~?</a:t>
            </a:r>
            <a:endParaRPr lang="en-US" sz="15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말씀이세요?</a:t>
            </a:r>
            <a:endParaRPr lang="en-US" sz="15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PART 3  ·  2 of 2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Day Of — At the Venue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행사장에서 직접 물어봐요.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DIRECTIONS · 안내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this way.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이쪽이에요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restroom is ~.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화장실은 ~에 있어요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There's an ATM on the first floor.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1층에 ATM이 있어요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smoking area is outside.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흡연 구역은 밖에 있어요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can leave your bag at the front desk.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짐은 프런트에 맡기시면 돼요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There's a quiet room over there.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저쪽에 조용한 방이 있어요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6177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FIXING IT · 해결하기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61772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so sorry about that.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정말 죄송합니다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take care of it.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제가 처리할게요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send someone right away.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바로 사람 보낼게요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check the list.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명단 확인해볼게요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Would ~ be okay instead?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대신 ~는 어떠세요?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call a taxi for you.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택시 불러드릴게요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Here's a copy of the program.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여기 프로그램 드릴게요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502152" cy="4800600"/>
          </a:xfrm>
          <a:prstGeom prst="roundRect">
            <a:avLst>
              <a:gd name="adj" fmla="val 23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1783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TIME &amp; FOOD · 시간과 음식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12480" y="2103120"/>
            <a:ext cx="295351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Coffee is over there.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커피는 저쪽에 있어요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Dinner starts at ~.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저녁은 ~시에 나와요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finishes around ~.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~쯤 끝나요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can pick up your coat at ~.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코트는 ~에서 찾으시면 돼요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you can take photos.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사진 찍으셔도 돼요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6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BRIAN ONLY  ·  PART 1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Small Talk</a:t>
            </a:r>
            <a:endParaRPr lang="en-US" sz="2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0954512" cy="4572000"/>
          </a:xfrm>
          <a:prstGeom prst="roundRect">
            <a:avLst>
              <a:gd name="adj" fmla="val 1400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SMALL TALK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1417320"/>
            <a:ext cx="1063447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was your weekend?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주말 어땠어요?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Did you go anywhere?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어디 갔어요?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did you eat yesterday?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어제 뭐 먹었어요?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Did you sleep in?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늦잠 잤어요?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Was it crowded outside?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밖에 사람 많았어요?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Did you see your family?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가족 만났어요?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are you doing tonight?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오늘 밤에 뭐 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Where are you going for Chuseok?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추석에 어디 가요?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do you eat on Chuseok?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추석엔 뭐 먹어요?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576072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242424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58338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2960" y="6071616"/>
            <a:ext cx="10515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6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BRIAN ONLY  ·  PART 2 · 1 of 2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Corporate Event — Phone Call</a:t>
            </a:r>
            <a:endParaRPr lang="en-US" sz="2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408676" cy="4572000"/>
          </a:xfrm>
          <a:prstGeom prst="roundRect">
            <a:avLst>
              <a:gd name="adj" fmla="val 1400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50886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BOOKING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1417320"/>
            <a:ext cx="508863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Hi, I'm calling about a corporate event.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회사 행사 때문에 전화드렸어요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We're a foreign company here in Seoul.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서울에 있는 외국계 회사예요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We're planning our year-end party.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연말 파티를 준비 중이에요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in December — is that too late to book?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12월인데 예약하기 늦었나요?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you have any other dates in December?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12월에 다른 날짜도 있나요?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have about eighty people. Is that too many?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80명쯤인데 너무 많나요?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you have a room for that?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그 인원 들어가는 방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What's the biggest room you have?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제일 큰 방이 어디예요?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see the room first?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방 먼저 볼 수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4476" y="1051560"/>
            <a:ext cx="5408676" cy="4572000"/>
          </a:xfrm>
          <a:prstGeom prst="roundRect">
            <a:avLst>
              <a:gd name="adj" fmla="val 1400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277356" y="1143000"/>
            <a:ext cx="50886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ROOM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277356" y="1417320"/>
            <a:ext cx="508863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the tables be round, not long?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테이블을 긴 거 말고 원형으로 할 수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 stage?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무대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have a photo zone?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포토존 만들 수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 screen and a microphone?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화면이랑 마이크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want to show a video — is that okay?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영상 틀어도 되나요?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play music? How late?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음악 틀어도 돼요? 몇 시까지요?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bring our own decorations?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장식 가져가도 돼요?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you have Wi-Fi for the guests?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손님용 와이파이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many staff will be there on the day?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당일 직원은 몇 명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576072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242424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8338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2960" y="6071616"/>
            <a:ext cx="10515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6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BRIAN ONLY  ·  PART 2 · 2 of 2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Corporate Event — Details</a:t>
            </a:r>
            <a:endParaRPr lang="en-US" sz="2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408676" cy="4572000"/>
          </a:xfrm>
          <a:prstGeom prst="roundRect">
            <a:avLst>
              <a:gd name="adj" fmla="val 1400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50886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FOOD &amp; MONEY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1417320"/>
            <a:ext cx="508863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much is it per person?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1인당 얼마예요?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Does that include drinks?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음료 포함이에요?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have a bar?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바를 둘 수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you have vegetarian options?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채식 메뉴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Some of our staff don't eat pork.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직원 중에 돼지고기 안 먹는 사람이 있어요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see a sample menu?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샘플 메뉴 볼 수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 minimum number of people?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최소 인원이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you give a discount for a big group?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단체 할인 돼요?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4476" y="1051560"/>
            <a:ext cx="5408676" cy="4572000"/>
          </a:xfrm>
          <a:prstGeom prst="roundRect">
            <a:avLst>
              <a:gd name="adj" fmla="val 1400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277356" y="1143000"/>
            <a:ext cx="50886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CLOSING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277356" y="1417320"/>
            <a:ext cx="508863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time can we start?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몇 시에 시작할 수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long can we stay?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얼마나 있을 수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parking?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주차 돼요?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you need a deposit? How do we pay?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예약금 필요해요? 어떻게 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When do you need the final number?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최종 인원은 언제까지 알려드려야 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cancel if something changes?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사정이 생기면 취소할 수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you send me a quote by email?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견적서 메일로 보내줄 수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My email is on this card.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제 이메일은 명함에 있어요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Thank you — I'll talk to my manager.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감사해요, 매니저랑 얘기해볼게요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576072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242424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8338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2960" y="6071616"/>
            <a:ext cx="10515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6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BRIAN ONLY  ·  PART 3 · 1 of 2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Day Of — On the Phone</a:t>
            </a:r>
            <a:endParaRPr lang="en-US" sz="2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408676" cy="4572000"/>
          </a:xfrm>
          <a:prstGeom prst="roundRect">
            <a:avLst>
              <a:gd name="adj" fmla="val 1400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50886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GETTING THERE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1417320"/>
            <a:ext cx="508863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Hi, is this the event office?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행사 사무실이죠?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I'm coming to the ABC company event.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ABC 회사 행사에 가요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floor is it on?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몇 층이에요?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Which exit should I use?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몇 번 출구로 나가요?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parking for visitors?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방문객 주차 돼요?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time does it start? Am I too early?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몇 시 시작이에요? 너무 일찍 왔나요?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I need to register first?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먼저 등록해야 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I need to bring my ID?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신분증 가져가야 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lost my invitation — is that okay?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초대장 잃어버렸는데 괜찮아요?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bring a guest?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일행 데려가도 돼요?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 dress code?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복장 규정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My colleague is late — can he still come in?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동료가 늦는데 들어갈 수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4476" y="1051560"/>
            <a:ext cx="5408676" cy="4572000"/>
          </a:xfrm>
          <a:prstGeom prst="roundRect">
            <a:avLst>
              <a:gd name="adj" fmla="val 1400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277356" y="1143000"/>
            <a:ext cx="50886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BEFORE ARRIVING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277356" y="1417320"/>
            <a:ext cx="5088636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food provided?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식사 나와요?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have a nut allergy — who should I tell?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견과류 알레르기 있는데 누구한테 말해요?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 place to leave my coat?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코트 맡길 데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Wi-Fi?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와이파이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charge my phone there?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거기서 휴대폰 충전돼요?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 room warm or cold?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안이 따뜻해요, 추워요?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Where can I find you when I arrive?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도착하면 어디서 찾아요?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What's your name, sorry?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죄송한데 성함이?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call this number again?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이 번호로 다시 전화해도 돼요?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Sorry, could you repeat that?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죄송한데 다시 말해줄래요?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Sorry, one more time — which floor?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한 번만 더요, 몇 층이요?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Thank you so much for your help.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도와주셔서 정말 감사해요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576072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242424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58338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2960" y="6071616"/>
            <a:ext cx="10515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6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BRIAN ONLY  ·  PART 3 · 2 of 2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Day Of — At the Venue</a:t>
            </a:r>
            <a:endParaRPr lang="en-US" sz="2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560064" cy="4572000"/>
          </a:xfrm>
          <a:prstGeom prst="roundRect">
            <a:avLst>
              <a:gd name="adj" fmla="val 1798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3240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FINDING THINGS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1417320"/>
            <a:ext cx="3240024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Excuse me, where is the ABC company event?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ABC 회사 행사 어디예요?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this the right floor?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여기 맞는 층이에요?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Where can I put my coat?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코트 어디 두면 돼요?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Where's the restroom?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화장실 어디예요?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an ATM nearby?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근처에 ATM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Where is the smoking area?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흡연 구역 어디예요?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leave my bag at the front desk?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가방 프런트에 맡겨도 돼요?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 room where I can make a phone call?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전화할 수 있는 방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get a copy of the program?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프로그램 한 부 받을 수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Where do I pick up my coat?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코트 어디서 찾아요?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Where can I get a taxi after the event?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끝나고 택시 어디서 타요?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45864" y="1051560"/>
            <a:ext cx="3560064" cy="4572000"/>
          </a:xfrm>
          <a:prstGeom prst="roundRect">
            <a:avLst>
              <a:gd name="adj" fmla="val 1798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428744" y="1143000"/>
            <a:ext cx="3240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PROBLEMS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428744" y="1417320"/>
            <a:ext cx="3240024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very cold in here.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여기 너무 추워요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you turn down the air conditioning?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에어컨 좀 줄여줄래요?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move to another table?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다른 테이블로 옮겨도 돼요?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screen isn't working.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화면이 안 나와요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My name isn't on the list.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명단에 제 이름이 없어요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I'm with the speaker — where do I go?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발표자 일행인데 어디로 가요?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sit at a different table?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다른 테이블에 앉아도 돼요?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43088" y="1051560"/>
            <a:ext cx="3560064" cy="4572000"/>
          </a:xfrm>
          <a:prstGeom prst="roundRect">
            <a:avLst>
              <a:gd name="adj" fmla="val 1798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125968" y="1143000"/>
            <a:ext cx="3240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FOOD &amp; TIME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125968" y="1417320"/>
            <a:ext cx="3240024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any coffee?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커피 있어요?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time is dinner served?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저녁 몇 시에 나와요?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This isn't what I ordered.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주문한 게 아니에요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asked for the vegetarian meal.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채식 메뉴 달라고 했는데요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My friend has a nut allergy — is this safe?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친구가 견과류 알레르기인데 괜찮아요?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get more water?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물 더 주실래요?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time does it finish?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몇 시에 끝나요?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take photos here?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여기서 사진 찍어도 돼요?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Thank you for your help.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9A9A9A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도와주셔서 감사해요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576072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242424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22960" y="58338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6071616"/>
            <a:ext cx="10515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2026-09-20T23:33:42Z</dcterms:created>
  <dcterms:modified xsi:type="dcterms:W3CDTF">2026-09-20T23:33:42Z</dcterms:modified>
</cp:coreProperties>
</file>
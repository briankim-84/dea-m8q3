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16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Of, Again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Same two slides. This time — two or three sentences, not one.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Small Talk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수요일 오후. 질문 하나에 두 문장 — 틀 A 하나, 틀 B 하나.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675120" cy="4800600"/>
          </a:xfrm>
          <a:prstGeom prst="roundRect">
            <a:avLst>
              <a:gd name="adj" fmla="val 17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5564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틀 A  ·  I + 동사 + ~.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76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보통 · 매일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840480" y="2176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어제 · 오늘 · 어젯밤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go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가요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383280" y="24871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840480" y="24871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went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갔어요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2880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eat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먹어요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383280" y="2880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840480" y="2880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ate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먹었어요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32735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have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먹어요 · 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383280" y="32735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840480" y="32735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had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먹었어요 · 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36667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watch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봐요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3383280" y="36667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840480" y="36667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watched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봤어요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22960" y="40599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see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만나요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383280" y="40599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3840480" y="40599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saw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만났어요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22960" y="4453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stay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3383280" y="44531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3840480" y="44531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stayed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있었어요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22960" y="48463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sleep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자요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3383280" y="48463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3840480" y="4846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slept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잤어요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22960" y="5239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buy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사요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3383280" y="52395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3840480" y="52395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bought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샀어요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22960" y="566928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usually eat lunch at twelve.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Today I ate kimbap.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60920" y="1600200"/>
            <a:ext cx="4279392" cy="4800600"/>
          </a:xfrm>
          <a:prstGeom prst="roundRect">
            <a:avLst>
              <a:gd name="adj" fmla="val 192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7635240" y="17556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틀 B  ·  It was + 한 단어.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7635240" y="2240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good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좋았어요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7635240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fun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재밌었어요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7635240" y="30266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busy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바빴어요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7635240" y="34198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quiet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조용했어요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7635240" y="3813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tiring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피곤했어요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7635240" y="4206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relaxing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편했어요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7635240" y="4599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crowded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사람 많았어요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7635240" y="49926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delicious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맛있었어요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7635240" y="54864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went to a new café.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quiet.</a:t>
            </a:r>
            <a:endParaRPr lang="en-US" sz="12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about you?   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그쪽은요?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2  ·  1 of 3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On the Phone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행사 당일. 외국인 참석자 · 투숙객 전화가 사무실로 와요.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ANSWERING · 전화 받기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49808" y="196596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Hello, banquet office.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네, 연회 사무실입니다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transfer you to the front desk.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프런트 데스크로 연결해 드릴게요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moment, please.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잠시만 기다려 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373368" y="196596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is the banquet office.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여기는 연회 사무실이에요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transfer you to the restaurant.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레스토랑으로 연결해 드릴게요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moment, please.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잠시만 기다려 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9808" y="3465576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sorry for the trouble. Let me check.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불편 드려 죄송해요. 확인해볼게요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moment, please.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잠시만 기다려 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checked, and it's running about five minutes late.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확인해보니 5분 정도 늦어지고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200" y="3374136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373368" y="3465576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확인해볼게요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checked, and the room has changed.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확인해보니 행사장이 바뀌었어요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go to the hall on the third floor.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3층 홀로 가시면 돼요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73752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49808" y="4965192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for me at the desk.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데스크에서 저를 찾으세요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come to you.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제가 그쪽으로 갈게요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4873752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73368" y="4965192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on the ~ floor.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~층이에요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Take the elevator in the lobby.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로비 엘리베이터를 이용하세요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2  ·  2 of 3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On the Phone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어떻게 오는지, 오기 전에 뭘 알아야 하는지.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GETTING THERE · 오시는 길 · 오기 전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49808" y="196596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Use exit ~.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~번 출구로 오세요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Walk straight for 30 meters.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30m 직진하세요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hotel is right there.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바로 호텔이에요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373368" y="196596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starts at ~.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~시에 시작해요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come in an hour early.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1시간 전부터 입장 가능해요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check the schedule at the desk.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입구 데스크에서 스케줄 확인해주세요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9808" y="3465576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bring your ID.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신분증 가져오세요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may need it at the desk.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데스크에서 필요할 수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check with the organizer.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주최측에 확인 부탁드려요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200" y="3374136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373368" y="3465576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food is provided.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네, 식사 나와요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only for registered guests.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참석 예약자만 가능해요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check with the organizer.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주최측에 확인 부탁드려요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73752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49808" y="4965192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colleague can still come in.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동료분 들어오셔도 돼요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Seats are limited.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좌석이 제한돼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check with the organizer.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주최측에 확인 부탁드려요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4873752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73368" y="4965192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I call you back?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다시 전화드려도 될까요?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 this number okay?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이 번호로 연락드리면 될까요?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May I have your name?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성함이 어떻게 되세요?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2  ·  3 of 3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On the Phone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막혔을 때, 그리고 한 문장이면 되는 것들.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49808" y="196596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mean ~?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~ 말씀이세요?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Sorry, what do you mean?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죄송한데 무슨 뜻이세요?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374136"/>
            <a:ext cx="11091672" cy="1389888"/>
          </a:xfrm>
          <a:prstGeom prst="roundRect">
            <a:avLst>
              <a:gd name="adj" fmla="val 4605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49808" y="3465576"/>
            <a:ext cx="10689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LINE IS ENOUGH · 한 문장으로 충분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49808" y="3758184"/>
            <a:ext cx="10689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that's right.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네, 맞아요  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 problem at all.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전혀 문제없어요  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See you soon!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곧 뵐게요  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한 번만 더요  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Could you speak a little slower?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조금만 천천히요   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register at the desk first.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먼저 데스크에서 등록해주세요</a:t>
            </a:r>
            <a:endParaRPr lang="en-US" sz="13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3  ·  1 of 3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At the Venue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행사장에서 직접 물어봐요. 길 안내부터.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DIRECTIONS · 안내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49808" y="196596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this way.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이쪽이에요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follow me.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저를 따라오세요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373368" y="196596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restroom is ~.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화장실은 ~에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Go straight and turn left.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쭉 가셔서 왼쪽으로 도세요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There's one on this floor, too.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이 층에도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9808" y="3465576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There's an ATM on the first floor.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1층에 ATM이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next to the main entrance.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정문 옆에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200" y="3374136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373368" y="3465576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smoking area is outside.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흡연 구역은 밖에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Go out the back door.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후문으로 나가세요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on the right.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오른쪽에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73752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49808" y="4965192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leave your bag at the front desk.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짐은 프런트에 맡기시면 돼요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on the L floor.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프런트는 L층이에요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take the elevator.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엘리베이터 이용해주세요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4873752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73368" y="4965192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There's a quiet room over there.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저쪽에 조용한 방이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café is on the lobby floor.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카페는 로비층에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3  ·  2 of 3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At the Venue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문제가 생겼을 때 — 화면 문구 요청까지.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FIXING IT · 해결하기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49808" y="196596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so sorry about that.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정말 죄송합니다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Thank you for telling me.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말씀해 주셔서 감사해요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fix it right away.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바로 처리해드릴게요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373368" y="196596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send someone right away.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바로 사람 보낼게요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 with the banquet team.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뱅큇팀과 확인할게요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wait a moment.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잠시만 기다려 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9808" y="3465576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~ be okay instead?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대신 ~는 어떠세요?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about showing it on the lobby screen?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로비 화면에 띄우는 건 어떠세요?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200" y="3374136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373368" y="3465576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fix it right away.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바로 수정해드릴게요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email me the file.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파일을 이메일로 보내주세요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Or you can write the new text here.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아니면 여기에 문구를 적어주세요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73752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49808" y="4965192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fix it again.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다시 수정해드릴게요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darker color and a smaller font?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색은 더 진하게, 글씨는 더 작게요?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 this okay?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괜찮으세요?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4873752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73368" y="4965192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 the list.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명단 확인해볼게요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 your name ~?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성함이 ~ 맞으세요?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3  ·  3 of 3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At the Venue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택시, 프로그램, 커피, 저녁, 끝나는 시간.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TIME &amp; FOOD · 시간과 음식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49808" y="196596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call a taxi for you.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택시 불러드릴게요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also ask at the front desk.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프런트 데스크에 요청하셔도 돼요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Or get one at the main entrance.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정문에서 바로 잡으셔도 돼요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373368" y="1965960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Here's a copy of the program.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여기 프로그램 드릴게요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also get one at the registration desk.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등록 데스크에서도 받으실 수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copies, the business center is on the 3rd floor.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복사는 3층 비즈니스 센터로 가세요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74136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9808" y="3465576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Coffee is over there.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커피는 저쪽에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staff member will make it for you.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직원이 준비해 드려요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72200" y="3374136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373368" y="3465576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Dinner starts at ~.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저녁은 ~시에 나와요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a course meal.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코스로 나와요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➌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check your seat when you come in.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입장하실 때 자리 확인해주세요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73752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49808" y="4965192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finishes around ~.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~쯤 끝나요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check the exact time at the desk.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정확한 시간은 데스크에서 확인해주세요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4873752"/>
            <a:ext cx="5468112" cy="1389888"/>
          </a:xfrm>
          <a:prstGeom prst="roundRect">
            <a:avLst>
              <a:gd name="adj" fmla="val 460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73368" y="4965192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➊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you can take photos.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네, 사진 찍으셔도 돼요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b="1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➋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check with the desk first.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데스크에 먼저 확인해주세요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LINE IS ENOUGH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take care of it.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제가 처리할게요  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pick up your coat at ~.</a:t>
            </a:r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코트는 ~에서 찾으시면 돼요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PART 1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Small Talk — Wednesday afternoon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08676" cy="4572000"/>
          </a:xfrm>
          <a:prstGeom prst="roundRect">
            <a:avLst>
              <a:gd name="adj" fmla="val 140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→ B  (한 문장 + It was ~)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1444752"/>
            <a:ext cx="5088636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did you do yesterday?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어제 뭐 했어요?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did you have for lunch today?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오늘 점심 뭐 먹었어요?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did you go for lunch?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점심 어디서 먹었어요?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sleep well last night?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어젯밤 잘 잤어요?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did you do after work yesterday?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어제 퇴근하고 뭐 했어요?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4476" y="1051560"/>
            <a:ext cx="5408676" cy="4572000"/>
          </a:xfrm>
          <a:prstGeom prst="roundRect">
            <a:avLst>
              <a:gd name="adj" fmla="val 140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77356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→ B  ·  B → A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277356" y="1444752"/>
            <a:ext cx="5088636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watch anything last night?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어젯밤 뭐 봤어요?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see anyone yesterday?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어제 누구 만났어요?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was work this morning?  (B → A: It was busy. I had ~.)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오늘 오전 일 어땠어요?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buy anything for Chuseok?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추석 준비로 뭐 샀어요?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get your train tickets for Chuseok?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추석 기차표 샀어요?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" y="5212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보너스 (미래형, C15 표현): For Chuseok, I'm going to ~.   ·   추석은 금 9/25 — 아직 안 지났음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7607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5833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2960" y="6071616"/>
            <a:ext cx="10515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PART 2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On the Phone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560064" cy="4572000"/>
          </a:xfrm>
          <a:prstGeom prst="roundRect">
            <a:avLst>
              <a:gd name="adj" fmla="val 1798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CALLS THAT COME IN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1444752"/>
            <a:ext cx="3240024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Hi, this is room 503. Can I get a late checkout?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banquet office · transfer to front desk · one moment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this ○○ Restaurant? I want to check my reservation.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banquet office · transfer to restaurant · one moment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 should've started by now. What's going on?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sorry, let me check · one moment · five minutes late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in the ballroom, but nobody's here.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let me check · room has changed · 3rd-floor hall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do I find you when I get there?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ask for me at the desk · I'll come to you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floor is it? How do I get up there?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~ floor · elevator in the lobby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45864" y="1051560"/>
            <a:ext cx="3560064" cy="4572000"/>
          </a:xfrm>
          <a:prstGeom prst="roundRect">
            <a:avLst>
              <a:gd name="adj" fmla="val 1798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428744" y="1143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GETTING THERE · BEFORE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428744" y="1444752"/>
            <a:ext cx="3240024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Which exit do I use? And then where do I go?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exit ~ · straight 30 m · hotel right there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does it start? Can I come early?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starts at ~ · an hour early · schedule at the desk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I need my ID? Why?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bring ID · may need it at the desk · organizer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food provided? For everyone?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yes · registered guests only · organizer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colleague is late. Can he come in? Is there a seat?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can come in · seats limited · organizer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You're not sure? Can you find out and call me?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call you back · this number okay · your name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43088" y="1051560"/>
            <a:ext cx="3560064" cy="4572000"/>
          </a:xfrm>
          <a:prstGeom prst="roundRect">
            <a:avLst>
              <a:gd name="adj" fmla="val 1798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125968" y="1143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ONE LINE · STUCK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25968" y="1444752"/>
            <a:ext cx="3240024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this the banquet office?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Yes, that's right.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I need to register first?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Please register at the desk first.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(빠르게 말하기)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Could you speak a little slower?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(일부러 애매하게)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Do you mean ~? · what do you mean?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Thank you so much for your help.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No problem at all. See you soon!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57607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5833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6071616"/>
            <a:ext cx="10515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PART 3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At the Venue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560064" cy="4572000"/>
          </a:xfrm>
          <a:prstGeom prst="roundRect">
            <a:avLst>
              <a:gd name="adj" fmla="val 1798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FINDING THINGS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1444752"/>
            <a:ext cx="3240024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Excuse me, where's the ABC event?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this way · follow me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Where's the restroom? Is it far?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~ · straight, left · one on this floor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an ATM? Where exactly?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1st floor · next to main entrance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can I smoke?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outside · back door · on the right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leave my bag somewhere? Where's that?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front desk · L floor · elevator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need to make a call. Somewhere quiet? And a café?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quiet room · café on lobby floor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45864" y="1051560"/>
            <a:ext cx="3560064" cy="4572000"/>
          </a:xfrm>
          <a:prstGeom prst="roundRect">
            <a:avLst>
              <a:gd name="adj" fmla="val 1798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428744" y="1143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PROBLEMS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428744" y="1444752"/>
            <a:ext cx="3240024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really cold in here.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so sorry · thank you for telling me · fix it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screen isn't working.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send someone · banquet team · wait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text on the screen is wrong.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fix it · email the file · or write here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And the color and size are wrong, too.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fix again · darker, smaller? · okay?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put a sign at the door?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~ instead? · lobby screen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name isn't on the list.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check the list · is your name ~?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(아무 문제나 하나 더)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Let me take care of it.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43088" y="1051560"/>
            <a:ext cx="3560064" cy="4572000"/>
          </a:xfrm>
          <a:prstGeom prst="roundRect">
            <a:avLst>
              <a:gd name="adj" fmla="val 1798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125968" y="1143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TIME &amp; FOOD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25968" y="1444752"/>
            <a:ext cx="3240024" cy="4087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do I get a taxi after this?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call one · front desk · main entrance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get a program? I also need copies.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here's one · registration desk · business center 3F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coffee? Do I get it myself?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over there · staff will make it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is dinner? Is it a buffet?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~ · course meal · check your seat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When does it finish, exactly?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around ~ · exact time at the desk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take photos? Anywhere?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yes · check with the desk first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do I get my coat back?</a:t>
            </a:r>
            <a:endParaRPr lang="en-US" sz="11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→ You can pick up your coat at ~.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57607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5833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6071616"/>
            <a:ext cx="10515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2026-09-22T02:56:07Z</dcterms:created>
  <dcterms:modified xsi:type="dcterms:W3CDTF">2026-09-22T02:56:07Z</dcterms:modified>
</cp:coreProperties>
</file>
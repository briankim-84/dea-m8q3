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00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C9CEA9BC-B23D-48B2-B7E7-F0AE918836E9}"/>
    <pc:docChg chg="custSel modSld">
      <pc:chgData name="Brian Kim" userId="bfb6c6aebdabc740" providerId="LiveId" clId="{C9CEA9BC-B23D-48B2-B7E7-F0AE918836E9}" dt="2026-09-30T07:06:22.941" v="5300" actId="20577"/>
      <pc:docMkLst>
        <pc:docMk/>
      </pc:docMkLst>
      <pc:sldChg chg="modSp mod">
        <pc:chgData name="Brian Kim" userId="bfb6c6aebdabc740" providerId="LiveId" clId="{C9CEA9BC-B23D-48B2-B7E7-F0AE918836E9}" dt="2026-09-30T06:30:58.218" v="411" actId="20577"/>
        <pc:sldMkLst>
          <pc:docMk/>
          <pc:sldMk cId="0" sldId="257"/>
        </pc:sldMkLst>
        <pc:spChg chg="mod">
          <ac:chgData name="Brian Kim" userId="bfb6c6aebdabc740" providerId="LiveId" clId="{C9CEA9BC-B23D-48B2-B7E7-F0AE918836E9}" dt="2026-09-30T06:30:58.218" v="411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Brian Kim" userId="bfb6c6aebdabc740" providerId="LiveId" clId="{C9CEA9BC-B23D-48B2-B7E7-F0AE918836E9}" dt="2026-09-30T06:36:07.484" v="1182" actId="20577"/>
        <pc:sldMkLst>
          <pc:docMk/>
          <pc:sldMk cId="0" sldId="258"/>
        </pc:sldMkLst>
        <pc:spChg chg="mod">
          <ac:chgData name="Brian Kim" userId="bfb6c6aebdabc740" providerId="LiveId" clId="{C9CEA9BC-B23D-48B2-B7E7-F0AE918836E9}" dt="2026-09-30T06:36:07.484" v="1182" actId="20577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Brian Kim" userId="bfb6c6aebdabc740" providerId="LiveId" clId="{C9CEA9BC-B23D-48B2-B7E7-F0AE918836E9}" dt="2026-09-30T06:37:55.824" v="1425" actId="20577"/>
        <pc:sldMkLst>
          <pc:docMk/>
          <pc:sldMk cId="0" sldId="259"/>
        </pc:sldMkLst>
        <pc:spChg chg="mod">
          <ac:chgData name="Brian Kim" userId="bfb6c6aebdabc740" providerId="LiveId" clId="{C9CEA9BC-B23D-48B2-B7E7-F0AE918836E9}" dt="2026-09-30T06:37:55.824" v="1425" actId="20577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Brian Kim" userId="bfb6c6aebdabc740" providerId="LiveId" clId="{C9CEA9BC-B23D-48B2-B7E7-F0AE918836E9}" dt="2026-09-30T06:40:34.435" v="1921" actId="20577"/>
        <pc:sldMkLst>
          <pc:docMk/>
          <pc:sldMk cId="0" sldId="260"/>
        </pc:sldMkLst>
        <pc:spChg chg="mod">
          <ac:chgData name="Brian Kim" userId="bfb6c6aebdabc740" providerId="LiveId" clId="{C9CEA9BC-B23D-48B2-B7E7-F0AE918836E9}" dt="2026-09-30T06:40:34.435" v="1921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Brian Kim" userId="bfb6c6aebdabc740" providerId="LiveId" clId="{C9CEA9BC-B23D-48B2-B7E7-F0AE918836E9}" dt="2026-09-30T06:43:39.878" v="2298" actId="20577"/>
        <pc:sldMkLst>
          <pc:docMk/>
          <pc:sldMk cId="0" sldId="261"/>
        </pc:sldMkLst>
        <pc:spChg chg="mod">
          <ac:chgData name="Brian Kim" userId="bfb6c6aebdabc740" providerId="LiveId" clId="{C9CEA9BC-B23D-48B2-B7E7-F0AE918836E9}" dt="2026-09-30T06:43:39.878" v="2298" actId="20577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Brian Kim" userId="bfb6c6aebdabc740" providerId="LiveId" clId="{C9CEA9BC-B23D-48B2-B7E7-F0AE918836E9}" dt="2026-09-30T06:47:21.061" v="2710" actId="20577"/>
        <pc:sldMkLst>
          <pc:docMk/>
          <pc:sldMk cId="0" sldId="262"/>
        </pc:sldMkLst>
        <pc:spChg chg="mod">
          <ac:chgData name="Brian Kim" userId="bfb6c6aebdabc740" providerId="LiveId" clId="{C9CEA9BC-B23D-48B2-B7E7-F0AE918836E9}" dt="2026-09-30T06:47:21.061" v="2710" actId="20577"/>
          <ac:spMkLst>
            <pc:docMk/>
            <pc:sldMk cId="0" sldId="262"/>
            <ac:spMk id="13" creationId="{00000000-0000-0000-0000-000000000000}"/>
          </ac:spMkLst>
        </pc:spChg>
      </pc:sldChg>
      <pc:sldChg chg="modSp mod">
        <pc:chgData name="Brian Kim" userId="bfb6c6aebdabc740" providerId="LiveId" clId="{C9CEA9BC-B23D-48B2-B7E7-F0AE918836E9}" dt="2026-09-30T06:55:59.385" v="3442" actId="20577"/>
        <pc:sldMkLst>
          <pc:docMk/>
          <pc:sldMk cId="0" sldId="263"/>
        </pc:sldMkLst>
        <pc:spChg chg="mod">
          <ac:chgData name="Brian Kim" userId="bfb6c6aebdabc740" providerId="LiveId" clId="{C9CEA9BC-B23D-48B2-B7E7-F0AE918836E9}" dt="2026-09-30T06:55:59.385" v="3442" actId="20577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Brian Kim" userId="bfb6c6aebdabc740" providerId="LiveId" clId="{C9CEA9BC-B23D-48B2-B7E7-F0AE918836E9}" dt="2026-09-30T07:00:07.802" v="4177" actId="20577"/>
        <pc:sldMkLst>
          <pc:docMk/>
          <pc:sldMk cId="0" sldId="264"/>
        </pc:sldMkLst>
        <pc:spChg chg="mod">
          <ac:chgData name="Brian Kim" userId="bfb6c6aebdabc740" providerId="LiveId" clId="{C9CEA9BC-B23D-48B2-B7E7-F0AE918836E9}" dt="2026-09-30T07:00:07.802" v="4177" actId="20577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Brian Kim" userId="bfb6c6aebdabc740" providerId="LiveId" clId="{C9CEA9BC-B23D-48B2-B7E7-F0AE918836E9}" dt="2026-09-30T07:06:22.941" v="5300" actId="20577"/>
        <pc:sldMkLst>
          <pc:docMk/>
          <pc:sldMk cId="0" sldId="265"/>
        </pc:sldMkLst>
        <pc:spChg chg="mod">
          <ac:chgData name="Brian Kim" userId="bfb6c6aebdabc740" providerId="LiveId" clId="{C9CEA9BC-B23D-48B2-B7E7-F0AE918836E9}" dt="2026-09-30T07:06:22.941" v="5300" actId="20577"/>
          <ac:spMkLst>
            <pc:docMk/>
            <pc:sldMk cId="0" sldId="265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660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· CLASS 18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Wedding Meeting — Your Words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asks. You answer in your own words. We write it down together.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1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Hi, I have an appointment at two. My fiancée couldn't come today.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send her everything soon?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26664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her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Hello, you have an appointment today at 2pm?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You must be Mr. Brian.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That’s fine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This way please.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Have a seat please.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Can you get you some coffee or tea?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Just one moment please.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Fill out this form please.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will be right back.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Are you finish?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Let me check. When is the big day?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2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May possible? Is Saturday okay?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can you hold the date?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52704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03704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03704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64408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4408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639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May possible. Which day?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Saturday is possible.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have 12pm and 6pm. Which one do you prefer?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(Which one is better?)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Both of them are good. You choose between lunch or dinner.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Now, I am going to give you two quotes. Take your time to think.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Just a moment. For how many people?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(We are looking at 200 ppl)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At 12pm, minimum 300 ppl and at 6pm, minimum 100 ppl.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(So price for lunch is higher?)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Lunch has no discount. Dinner has a little discount.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can hold without deposit for a week. You can cancel until 150 days before the wedding. After that, there is a penalty.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You can check from the contract.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3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time slots do you have on a Saturday?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more popular?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28216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28216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45536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45536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have 12pm and 6pm on a Saturday.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(Which one is more popular?)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Lunch is little bit more popular. So lunch has no discount. 6pm has a little discount.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will send you quotes.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4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people can come? Is the hall big?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30 more people matter?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02152" y="196596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2152" y="19659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Main room 300 ppl and sub-room 100ppl. Total 400ppl.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Lunch has minimum 300ppl and dinner 100ppl.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How many do you think?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(We are thinking between 200 and 250 people)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Are you also thinking Sunday? Sunday lunch can do minimum 200ppl.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Take your time to think with your family.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(That is good option.)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5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floor is it on? Are there windows?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change the lighting color?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28216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28216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windows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02152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2152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The venue is on the 3</a:t>
            </a:r>
            <a:r>
              <a:rPr lang="en-US" sz="1600" baseline="30000" dirty="0">
                <a:solidFill>
                  <a:schemeClr val="bg1"/>
                </a:solidFill>
              </a:rPr>
              <a:t>rd</a:t>
            </a:r>
            <a:r>
              <a:rPr lang="en-US" sz="1600" dirty="0">
                <a:solidFill>
                  <a:schemeClr val="bg1"/>
                </a:solidFill>
              </a:rPr>
              <a:t> floor. Only 1 hall.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(Are there windows?)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There are windows. But we can’t open the windows during the event.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(Why?)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To make guests to focus on the wedding.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(I see)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(After the wedding, windows will be opened?)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will check.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6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there a room for the bride to get ready?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her family stay in the room too?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22576" y="196596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22576" y="19659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21024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1024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Yes there is a bridal room. I will show you the room.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(Can her family stay in the room too?)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Yes. I will show you later and there is a room for family.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Mostly, groom can stay in the same room or stay at the reception.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7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play a video? Is there a screen and a mic?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someone to help with that?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47088" y="1965960"/>
            <a:ext cx="81381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47088" y="1965960"/>
            <a:ext cx="813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88920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Yes. You can play a video. Please prepare a video for before wedding and for the event. And send videos to me before a week.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Also, you can use a screen and a mic.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(Can I sing?)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Many cases. Sounds like a fun. I am looking forward to it.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(Do you have someone to help me with that?)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have an engineer. Our engineer will test your videos with you before the wedding.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8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it per person? Is food included?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drinks included?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22576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22576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58768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58768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Take a look at the price list.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This course menu price among a, b c. And at the bottom, total room rental fee include flowers, equipment.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And at the bottom, there are options. No requirement. You need to choose if you want.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Here is the English list.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I’m sorry. My English is not good enough.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(No. It’s okay. Your English is good.)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Here is the food image brochure. Please take a look. I will go print a quote.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(Are drinks included?)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Look at this. Take a look. Each bottles are extra. Only opened bottles will be charged.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9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try the food first?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tasting free?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26664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You can try the food tasting.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After the contract, let me know your available weekend schedule. And I will make an appointment for the food tasting.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(How many times I can do the tasting?)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offer you 4 people free. Only one time. There will be charged for extra people based on the chosen menu.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You can choose 2 courses from the menu. For an example, A for 2 ppl and B for 2ppl. Or A for 1ppl and C for 3ppl.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So, You choose the final menu 2 weeks before the wedding.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(Is the tasting free?)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4 people free.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(But only after contract?)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Sorry. Can’t do the food tasting before the contract.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If you cancel 150 days before the wedding and had a food tasting, it will be charged from your deposit.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Thanks for your understanding.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10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have vegetarian food? Some guests have allergies.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send you a note with the allergies?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22576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22576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39896" y="1965960"/>
            <a:ext cx="200253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9896" y="1965960"/>
            <a:ext cx="2002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before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11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there parking? Is it near the subway?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cars can park?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26664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12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bring our own photographer? What about flowers?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see some examples?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28216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28216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45536" y="196596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45536" y="19659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13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the deposit? What if we cancel?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easy to get a refund?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64408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4408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ASKS  ·  14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 come back with her next week? Can I have your number?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best time to call?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26664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11600</TotalTime>
  <Words>1291</Words>
  <Application>Microsoft Office PowerPoint</Application>
  <PresentationFormat>와이드스크린</PresentationFormat>
  <Paragraphs>191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6</cp:revision>
  <dcterms:created xsi:type="dcterms:W3CDTF">2026-09-29T01:17:51Z</dcterms:created>
  <dcterms:modified xsi:type="dcterms:W3CDTF">2026-10-08T07:16:56Z</dcterms:modified>
</cp:coreProperties>
</file>
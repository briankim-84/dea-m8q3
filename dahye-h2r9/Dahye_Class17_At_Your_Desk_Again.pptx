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· CLASS 17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Your Desk, Again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— two frames you know, two new ones. Then the wedding and the party, two or three sentences at a time.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월요일 오후, 추석 연휴 끝. 아는 틀 둘은 가볍게, 새 틀 둘은 천천히.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아는 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 A  ·  I + 과거동사 + ~.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Busan.  ·  I ate a lot.  ·  I stayed home.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 B  ·  It was + 한 단어.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fun.  ·  It was busy.  ·  It was quiet.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하나에 A 한 문장 + B 한 문장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6885432" cy="4754880"/>
          </a:xfrm>
          <a:prstGeom prst="roundRect">
            <a:avLst>
              <a:gd name="adj" fmla="val 153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691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새 틀 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 C  ·  I'm going to + 동사 + ~.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앞으로 할 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4688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home early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일찍 집에 갈 거예요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688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 friend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친구를 만날 거예요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4688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movie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영화를 볼 거예요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dinner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저녁을 만들 거예요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some rest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쉴 거예요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30358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my room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방을 청소할 거예요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meet a friend after work.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 D  ·  I like + 명사 / 동사-ing.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좋아하는 것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434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커피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434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places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곳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44348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걷는 것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5001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요리하는 것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5001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food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한식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5001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바다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5577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quiet places.  ·  I like walking after dinner.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about you? 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그쪽은요?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Wedding Meeting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Tom이 처음 상담하러 왔어요. 인사 → 날짜 → 홀.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THE DATE · THE HALL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you must be Mr.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~님이시죠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coming today.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오늘 와주셔서 감사해요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have a seat.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앉으세요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you coffee or tea?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커피나 차 드릴까요?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problem, we can start today.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괜찮아요, 오늘 시작하면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her everything after.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끝나고 다 보내드릴게요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May is possible.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5월 가능해요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available, but it fills up fast.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토요일도 되는데 빨리 차요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hold the date for a week.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일주일 동안 날짜를 잡아둘게요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~ people.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~명 정도요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maximum for our hall.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저희 홀은 그게 최대예요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one hall.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홀은 하나예요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 the ~ floor.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~층이에요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windows.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창문은 없어요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lighting is very nice.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대신 조명이 아주 좋아요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do.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있어요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them to you today.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오늘 보내드릴게요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have your email?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이메일 알려주시겠어요?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 ·  today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Wedding Meeting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음식 → 가격 → 오는 길 → 마무리.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PRICE · GETTING THERE · CLOSING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~ won per person.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1인당 ~원이에요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includes food.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가격에 식사 포함이에요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 are extra.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음료는 별도예요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5564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84708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provide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 준비해드려요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have vegetarian.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채식 있어요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tell us the number a week before.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일주일 전에 인원만 알려주세요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1007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00151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we do.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있어요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parking area is under the hotel.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주차장은 호텔 지하예요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subway is a five-minute walk.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지하철은 걸어서 5분이에요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91007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300151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you can.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되세요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also provide one.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저희가 준비해드릴 수도 있어요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you the price.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가격 보내드릴게요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450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15594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at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~시에 시작해요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about two hours.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식은 두 시간 정도예요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can come thirty minutes early.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하객은 30분 전부터 오실 수 있어요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450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415594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provide flowers.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꽃 준비해드려요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her the photos.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사진 보내드릴게요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choose from there.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거기서 고르시면 돼요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893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310378"/>
            <a:ext cx="5065776" cy="861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of course.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그럼요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day is fine.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아무 때나 괜찮아요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my card.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제 명함이에요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5218938"/>
            <a:ext cx="5468112" cy="1044702"/>
          </a:xfrm>
          <a:prstGeom prst="roundRect">
            <a:avLst>
              <a:gd name="adj" fmla="val 700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531037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IS ENOUGH · 한 문장으로 충분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73368" y="5584698"/>
            <a:ext cx="5065776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— one more time?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 번만 더요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moment, please.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잠시만요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check.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확인해볼게요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find out for you.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알아봐 드릴게요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·  area  ·  program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Mia의 친구들이 생일 파티 장소를 보러 왔어요. 맞이 → 날짜 → 방 → 가격.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THE DATE · THE ROOM · PRICE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Come in.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안녕하세요, 들어오세요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you?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몇 분이세요?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have a seat.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앉으세요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birthday is it?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누구 생일이에요?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early birthday!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미리 축하해요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party?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파티는 언제예요?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fine.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괜찮아요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is open.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토요일 비어 있어요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hold it for you.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잡아둘게요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~ people is fine.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~명 정도 괜찮아요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is the maximum.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20명이 최대예요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private room.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따로 쓰는 방이에요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moment.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잠시만요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this way.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이쪽이에요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window, but it's a nice room.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창문은 없지만 좋은 방이에요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~ won per person.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1인당 ~원이에요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is included.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식사 포함이에요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show you the menu.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메뉴 보여드릴게요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케이크 → 음악 → 시간 → 예약금 → 마무리.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· MUSIC · TIME · DEPOSIT · CLOSING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bring a cake.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케이크 가져오셔도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Drinks, no.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음료는 안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have a good drink list.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대신 음료 종류가 많아요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55648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847088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fine.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괜찮아요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connect your phone.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폰 연결하시면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keep it down after nine.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9시 이후엔 소리 줄여주세요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start at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~시부터 시작하시면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stay until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~시까지 계셔도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there's an extra charge.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그 뒤로는 추가 요금이 있어요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55264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334670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deposit is ~ won.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예약금은 ~원이에요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it today.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오늘 내시면 돼요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is fine.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카드 되세요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go ahead.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네, 찍으세요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them anything.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뭐든 보내세요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my card.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제 명함이에요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754880"/>
            <a:ext cx="5468112" cy="1389888"/>
          </a:xfrm>
          <a:prstGeom prst="roundRect">
            <a:avLst>
              <a:gd name="adj" fmla="val 52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484632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네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my number.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제 번호예요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tomorrow!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내일 봬요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· 지난주 단어   </a:t>
            </a:r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ONLY  · 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 — Monday after Chuseok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 (아는 틀, 가볍게)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did you do for Chuseok?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추석에 뭐 했어요?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Where did you go?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어디 갔어요?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did you eat?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뭐 먹었어요?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was the traffic?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길은 어땠어요?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Did you sleep a lot?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많이 잤어요?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(I'm going to ~)  ·  D  (I like ~)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77356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are you going to do after work today?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오늘 퇴근하고 뭐 할 거예요?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are you going to do this weekend?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이번 주말에 뭐 할 거예요?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Are you going to see your friends soon?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곧 친구들 만날 거예요?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do you like to do on Sundays?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일요일엔 뭐 하는 걸 좋아해요?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kind of food do you like?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어떤 음식 좋아해요?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 you like quiet places or busy places?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조용한 데가 좋아요, 붐비는 데가 좋아요?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A·B는 5분 안에. C·D는 대답 하나에 한 문장이면 충분 — 길게 시키지 않기.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ONLY  · 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Wedding Meeting — Tom (C10 질문 그대로)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DATE · HALL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Hi, I have an appointment at two.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you must be Mr. ~ · thank you · have a seat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I'm Tom. My fiancée couldn't come today.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coffee or tea · start today · send her after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May possible? Is Saturday okay?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May possible · Saturday available · hold a week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many people can come? Is the hall big?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about ~ · maximum · one hall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floor is it on? Are there windows?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~ floor · no windows · lighting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see photos? Can I send her the photos?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yes we do · send today · your email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· PRICE · GETTING THERE · CLOSING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77356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much is it for one person? Is food included?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~ won · price includes food · drinks extra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kind of food? Do you have vegetarian?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we can provide · yes vegetarian · number a week before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there parking? Is it near the subway?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yes · under the hotel · five-minute walk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bring our own photographer?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yes you can · we can provide · send the price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time does it start?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starts at ~ · program two hours · thirty minutes early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She wants to know about the flowers.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we can provide · send her photos · choose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I come back with her next week? Can I have your number?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of course · any day · here's my card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(빠르게 말하기)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Sorry — one more time?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 Tom과 같은 손님. ➊이 나오면 ➋로, ➋가 나오면 ➌으로.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ONLY  ·  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Party — Mia's Friends (C11 질문 그대로)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· DATE · ROOM · PRICE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Hi! Are you the event manager? We're looking for a place for a birthday party.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come in · how many · have a seat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It's her birthday — this is Mia.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whose birthday · happy early birthday · when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It's next Saturday. Is that too soon?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that's fine · Saturday open · hold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We're about fifteen people. Maybe twenty — too many?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about ~ fine · twenty max · private room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see the room? Is there a window?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just a moment · this way · no window, nice room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How much is it per person? Is food included? What kind?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~ won · food included · show the menu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5120640"/>
          </a:xfrm>
          <a:prstGeom prst="roundRect">
            <a:avLst>
              <a:gd name="adj" fmla="val 125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· MUSIC · TIME · DEPOSIT · CLOSING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77356" y="1463040"/>
            <a:ext cx="508863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bring a cake? Can we bring our own drinks?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cake yes · drinks no · drink list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play our own music? We like it loud.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that's fine · connect phone · keep it down after nine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What time can we start? How long can we stay?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start at ~ · until ~ · extra charge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 there a deposit? When do we pay? Can we pay by card?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deposit ~ · pay today · card fine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 we take photos of the room? Can I send this to the others?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go ahead · send anything · my card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We'll talk and come back tomorrow. Can I have your number?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sure · my number · see you tomorrow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(일부러 애매하게)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Do you mean ~?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 친구들과 같은 손님. 질문 두 개가 붙어 오면 ➊➋로 둘 다 받게 하기.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2026-09-28T01:00:44Z</dcterms:created>
  <dcterms:modified xsi:type="dcterms:W3CDTF">2026-09-28T01:00:44Z</dcterms:modified>
</cp:coreProperties>
</file>
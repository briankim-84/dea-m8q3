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11  ·  PART 1  (20 min)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Small Talk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HE ASKS · 질문이 오면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good. / It was okay.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좋았어요 / 그냥 그랬어요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went to ~.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갔어요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stayed home.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집에 있었어요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ate ~.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먹었어요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very hot. / Not really.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아주요 / 별로요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By bus. / By subway.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버스로요 / 지하철로요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a little tired.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좀 피곤해요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465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HIM BACK · 되묻기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46520" y="205740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about you?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그쪽은요?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Did you have a good weekend?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주말 잘 보내셨어요?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do?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뭐 하셨어요?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Really?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진짜요?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sounds nice.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좋았겠네요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 too.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저도요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11  ·  PART 2  (20 min)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Party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친구들이 생일 파티 장소를 보러 왔어요.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470916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WELCOME · 맞이하기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1089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Hello! Come in.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안녕하세요, 들어오세요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many of you?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몇 분이세요?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have a seat.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앉으세요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Whose birthday is it?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누구 생일이에요?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Happy early birthday!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미리 축하해요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57600" cy="470916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 · 대답하기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94560"/>
            <a:ext cx="31089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that's fine.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괜찮아요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About ~ people is fine.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~명 정도 괜찮아요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a private room.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따로 쓰는 방이에요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~ won per person.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1인당 ~원이에요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bring a cake.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케이크 가져오셔도 돼요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stay until ~.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~시까지 계셔도 돼요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deposit is ~ won.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예약금은 ~원이에요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 is fine.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카드 되세요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3502152" cy="470916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8745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94560"/>
            <a:ext cx="295351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Just a moment.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잠시만요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find out.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알아볼게요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mean ~?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말씀이세요?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11  ·  PART 3  (20 min)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Wedding, Again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금요일 그 손님이 다시 왔어요. 이번엔 더 빨리.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470916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WELCOME · 맞이하기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1089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Hello, you must be Mr. ~.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~님이시죠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have a seat.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앉으세요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Coffee or tea?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커피요, 차요?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Thank you for coming.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와주셔서 감사해요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57600" cy="470916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 · 대답하기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94560"/>
            <a:ext cx="31089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we do. / No, we don't.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있어요 / 없어요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About ~ people.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~명 정도요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on the ~ floor.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~층이에요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can provide ~.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준비해드려요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May is possible.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5월 가능해요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3502152" cy="470916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8745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94560"/>
            <a:ext cx="295351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Just a moment.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잠시만요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find out.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알아볼게요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Questions &amp; Notes</a:t>
            </a:r>
            <a:endParaRPr lang="en-US" sz="2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SMALL TALK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was your weekend?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go anywhere?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did you eat?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Was it hot outside?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did you come here today?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sleep well?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Are you busy this week?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Any plans for the weekend?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64992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547872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PARTY · 1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547872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Hi! Are you the event manager?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looking for a place for a birthday party.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her birthday — this is Mia.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next Saturday. Is that too soon?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about fifteen people. Is that okay?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Maybe twenty — too many?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see the room?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it a private room?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window?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play our own music? We like it loud.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much is it per person?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food included? What kind?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81344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364224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PARTY · 2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64224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a cake?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our own drinks?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vegetarian food?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can we start?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long can we stay?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deposit? When do we pay?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pay by card?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take photos of the room?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send this to the others?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We'll talk and come back tomorrow.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have your number?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Thank you! See you tomorrow.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997696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180576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WEDDING AGAIN (Tom)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180576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Hi, I'm back — Tom.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fiancée says hi.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May still possible?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Saturday okay?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many people can come?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send her the photos?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much for one person?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food included?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have your number again?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53949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50992"/>
            <a:ext cx="105156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2026-09-06T14:04:12Z</dcterms:created>
  <dcterms:modified xsi:type="dcterms:W3CDTF">2026-09-06T14:04:12Z</dcterms:modified>
</cp:coreProperties>
</file>
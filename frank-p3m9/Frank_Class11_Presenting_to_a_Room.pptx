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79442" cy="6858000"/>
  <p:notesSz cx="6858000" cy="1217944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Frank 첫 발표형 수업. 지금까지 전부 상대 말에 반응하는 즉흥 화법 → 이번엔 혼자 흐름을 끌고 가는 화법. 롤플레이 슬라이드 없음 — 표현 배우고 그 페이지에서 바로 연습.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무대 감 잡기. Frank 실제 제품(어떤 라인 발표할지) 하나 정해서 오늘 내내 그 제품으로 연습하면 연결이 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5개 배우고 이 자리에서 바로: Frank 실제 제품으로 87→91 순서대로 연결해 발표 전반부 통으로 말해보기. 연결어(Which brings me to 등)를 문장 사이 접착제로 끼우게 유도.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배우고 바로: 같은 제품으로 92→96 후반부 통으로. 95에서 실제 숫자(판매량·리오더율 등) 하나 넣게 하면 진짜 발표가 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키워드만 보고 전체 발표. 1차: 이 슬라이드 보며. 2차(여유 시): 슬라이드 없이. 발표 중 Brian은 끼어들지 않음 — 혼자 끌고 가는 경험이 목적.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79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O   E N G L I S H   W I T H   B R I A 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121794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Frank — Class 11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79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Presenting to a Room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0" y="4069080"/>
            <a:ext cx="121794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#87–96 — for the first time, you lead and they listen.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the Scene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45586" cy="1316736"/>
          </a:xfrm>
          <a:prstGeom prst="roundRect">
            <a:avLst>
              <a:gd name="adj" fmla="val 6250"/>
            </a:avLst>
          </a:prstGeom>
          <a:solidFill>
            <a:srgbClr val="2E3F5B"/>
          </a:solidFill>
          <a:ln w="8890">
            <a:solidFill>
              <a:srgbClr val="3F5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11096"/>
            <a:ext cx="104969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room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여러 바이어 앞, 신제품 라인 런칭 발표. 1:1이 아니라 1:다(多)입니다.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350008"/>
            <a:ext cx="104969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it: five buyers, a screen behind you, samples on the table.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3282696"/>
            <a:ext cx="11045586" cy="1316736"/>
          </a:xfrm>
          <a:prstGeom prst="roundRect">
            <a:avLst>
              <a:gd name="adj" fmla="val 6250"/>
            </a:avLst>
          </a:prstGeom>
          <a:solidFill>
            <a:srgbClr val="2E3F5B"/>
          </a:solidFill>
          <a:ln w="8890">
            <a:solidFill>
              <a:srgbClr val="3F5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410712"/>
            <a:ext cx="104969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different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지금까지는 상대 말에 반응했다면, 오늘은 처음으로 혼자 흐름을 만듭니다.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3849624"/>
            <a:ext cx="104969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feeds you lines today — you build the flow yourself.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782312"/>
            <a:ext cx="11045586" cy="1316736"/>
          </a:xfrm>
          <a:prstGeom prst="roundRect">
            <a:avLst>
              <a:gd name="adj" fmla="val 6250"/>
            </a:avLst>
          </a:prstGeom>
          <a:solidFill>
            <a:srgbClr val="2E3F5B"/>
          </a:solidFill>
          <a:ln w="8890">
            <a:solidFill>
              <a:srgbClr val="3F5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910328"/>
            <a:ext cx="104969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practice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표현 배우고, 그 자리에서 바로 입으로. 페이지마다 연습이 붙습니다.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5349240"/>
            <a:ext cx="1049694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it, then say it — on the same page, right away.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6455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69314" y="6455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INTRODUCING THE LINE  #87–91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455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 하나 배우면 바로 Frank 제품으로 문장 만들기 — 이 페이지에서 연습까지.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8249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5564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5608" y="173736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I'd like to walk you through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~를 차근차근 소개해드리겠습니다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35608" y="208483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like to walk you through our new line.”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50545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7860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35608" y="256032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 behind ~ is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~의 기획 의도는 ~입니다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35608" y="290779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idea behind this line is simple — one step, morning and night.”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32841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0156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35608" y="338328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designed ~ with ~ in mind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~를 염두에 두고 ~를 설계했습니다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35608" y="373075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designed this line with sensitive skin in mind.”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15137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22452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35608" y="420624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heart of ~ is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~의 중심에는 ~가 있습니다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35608" y="455371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 the heart of this line is one ingredient.”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97433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04748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35608" y="502920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~ different is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~가 다른 점은 ~입니다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435608" y="537667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makes it different is the texture.”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815584"/>
            <a:ext cx="11045586" cy="512064"/>
          </a:xfrm>
          <a:prstGeom prst="roundRect">
            <a:avLst>
              <a:gd name="adj" fmla="val 14286"/>
            </a:avLst>
          </a:prstGeom>
          <a:solidFill>
            <a:srgbClr val="3D3A28"/>
          </a:solidFill>
          <a:ln w="7620">
            <a:solidFill>
              <a:srgbClr val="6B62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5861304"/>
            <a:ext cx="10588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brings me to ~</a:t>
            </a:r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그래서 ~로 넘어가면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put it simply, ~</a:t>
            </a:r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간단히 말하면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you can see, ~</a:t>
            </a:r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보시다시피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6455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69314" y="6455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SELLING THE VALUE  #92–96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Them Want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455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소개가 끝났으면 — 이제 가치를 팝니다. 배우고 바로 이 페이지에서 연습.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8249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5564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5608" y="173736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of it as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~라고 생각하시면 됩니다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35608" y="208483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“Think of it as skincare and makeup in one.”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50545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7860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35608" y="256032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positioning ~ as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~를 ~로 포지셔닝하고 있습니다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35608" y="290779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“We're positioning this as our premium line.”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32841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0156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35608" y="338328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speaks to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~는 ~에게 와닿습니다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35608" y="373075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packaging speaks to younger consumers.”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15137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22452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35608" y="420624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me back that up with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그 근거를 ~로 보여드리겠습니다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35608" y="455371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 me back that up with some numbers.”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974336"/>
            <a:ext cx="11045586" cy="749808"/>
          </a:xfrm>
          <a:prstGeom prst="roundRect">
            <a:avLst>
              <a:gd name="adj" fmla="val 9756"/>
            </a:avLst>
          </a:prstGeom>
          <a:solidFill>
            <a:srgbClr val="2E3F5B"/>
          </a:solidFill>
          <a:ln w="7620">
            <a:solidFill>
              <a:srgbClr val="3F5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047488"/>
            <a:ext cx="566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35608" y="5029200"/>
            <a:ext cx="99483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all comes down to ~</a:t>
            </a:r>
            <a:pPr indent="0" marL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결국 핵심은 ~입니다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435608" y="5376672"/>
            <a:ext cx="99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all comes down to trust in the formula.”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815584"/>
            <a:ext cx="11045586" cy="512064"/>
          </a:xfrm>
          <a:prstGeom prst="roundRect">
            <a:avLst>
              <a:gd name="adj" fmla="val 14286"/>
            </a:avLst>
          </a:prstGeom>
          <a:solidFill>
            <a:srgbClr val="3D3A28"/>
          </a:solidFill>
          <a:ln w="7620">
            <a:solidFill>
              <a:srgbClr val="6B62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5861304"/>
            <a:ext cx="10588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brings me to ~</a:t>
            </a:r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그래서 ~로 넘어가면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put it simply, ~</a:t>
            </a:r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간단히 말하면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you can see, ~</a:t>
            </a:r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보시다시피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6455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69314" y="6455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RUN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Product, One Presentation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455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#87→96, 처음부터 끝까지 한 번에.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1045586" cy="3291840"/>
          </a:xfrm>
          <a:prstGeom prst="roundRect">
            <a:avLst>
              <a:gd name="adj" fmla="val 2778"/>
            </a:avLst>
          </a:prstGeom>
          <a:solidFill>
            <a:srgbClr val="2E3F5B"/>
          </a:solidFill>
          <a:ln w="9525">
            <a:solidFill>
              <a:srgbClr val="3F5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057400"/>
            <a:ext cx="50655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you through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소개 시작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642616"/>
            <a:ext cx="50655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 behind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기획 의도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3227832"/>
            <a:ext cx="50655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with ~ in mind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설계 의도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3813048"/>
            <a:ext cx="50655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heart of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핵심 성분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4398264"/>
            <a:ext cx="50655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it different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차별점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26881" y="2057400"/>
            <a:ext cx="50655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of it as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비유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26881" y="2642616"/>
            <a:ext cx="50655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 ~ as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시장 위치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26881" y="3227832"/>
            <a:ext cx="50655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speaks to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타깃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26881" y="3813048"/>
            <a:ext cx="50655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that up with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근거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26881" y="4398264"/>
            <a:ext cx="50655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all comes down to</a:t>
            </a:r>
            <a:pPr indent="0" marL="0"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한 줄 결론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5349240"/>
            <a:ext cx="11045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Brian은 청중 — 끄덕이고, 메모하고, 가끔 표정으로만 반응합니다.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6455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69314" y="6455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We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45586" cy="1280160"/>
          </a:xfrm>
          <a:prstGeom prst="roundRect">
            <a:avLst>
              <a:gd name="adj" fmla="val 6429"/>
            </a:avLst>
          </a:prstGeom>
          <a:solidFill>
            <a:srgbClr val="2E3F5B"/>
          </a:solidFill>
          <a:ln w="8890">
            <a:solidFill>
              <a:srgbClr val="3F5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75104"/>
            <a:ext cx="10496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presentation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395728"/>
            <a:ext cx="104969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만든 발표에서 제일 자기 것 같았던 표현은?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3291840"/>
            <a:ext cx="11045586" cy="1280160"/>
          </a:xfrm>
          <a:prstGeom prst="roundRect">
            <a:avLst>
              <a:gd name="adj" fmla="val 6429"/>
            </a:avLst>
          </a:prstGeom>
          <a:solidFill>
            <a:srgbClr val="2E3F5B"/>
          </a:solidFill>
          <a:ln w="8890">
            <a:solidFill>
              <a:srgbClr val="3F5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438144"/>
            <a:ext cx="10496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counter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3858768"/>
            <a:ext cx="104969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#96 — 네 개 남으면 100.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754880"/>
            <a:ext cx="11045586" cy="1280160"/>
          </a:xfrm>
          <a:prstGeom prst="roundRect">
            <a:avLst>
              <a:gd name="adj" fmla="val 6429"/>
            </a:avLst>
          </a:prstGeom>
          <a:solidFill>
            <a:srgbClr val="2E3F5B"/>
          </a:solidFill>
          <a:ln w="8890">
            <a:solidFill>
              <a:srgbClr val="3F5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901184"/>
            <a:ext cx="104969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time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5321808"/>
            <a:ext cx="104969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수업 방향은 오늘 발표에서 나온 것들로 정해요.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6217920"/>
            <a:ext cx="121794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today, Frank!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6455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69314" y="6455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2026-08-05T23:55:26Z</dcterms:created>
  <dcterms:modified xsi:type="dcterms:W3CDTF">2026-08-05T23:55:26Z</dcterms:modified>
</cp:coreProperties>
</file>
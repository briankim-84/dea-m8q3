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8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8FC8AD46-E1EA-4D6A-8B55-4E3F94ABAF4D}"/>
    <pc:docChg chg="delSld">
      <pc:chgData name="Brian Kim" userId="bfb6c6aebdabc740" providerId="LiveId" clId="{8FC8AD46-E1EA-4D6A-8B55-4E3F94ABAF4D}" dt="2026-07-14T00:47:41.203" v="0" actId="47"/>
      <pc:docMkLst>
        <pc:docMk/>
      </pc:docMkLst>
      <pc:sldChg chg="del">
        <pc:chgData name="Brian Kim" userId="bfb6c6aebdabc740" providerId="LiveId" clId="{8FC8AD46-E1EA-4D6A-8B55-4E3F94ABAF4D}" dt="2026-07-14T00:47:41.203" v="0" actId="47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241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— Class 6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977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2.0  ·  Deal Talk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  ·  Pitch 2.0  ·  Expressions #51–60  ·  Buyer Roleplay  ·  Quiz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PITCH 2.0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90-Second Pitch · From Explaining to Persuading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제품, 한 단계 위의 피치 — 이번엔 설명이 아니라 설득입니다. 아래 구조로 다시 발표하되, Brian이 바이어처럼 중간에 끼어듭니다.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295144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148840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제품명 대신 숫자·문제로 열기 — Did you know ~? (#51)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99008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136392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2990088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990088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기능이 아니라 바이어의 이득 — What this means for you (#52) · tailored to (#53)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831336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977640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831336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3831336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차별점 + 근거 — What sets us apart (#54) · proven track record (#55)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72584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818888"/>
            <a:ext cx="420624" cy="420624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4672584"/>
            <a:ext cx="33832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Close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4672584"/>
            <a:ext cx="6492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확신 + 구체적 다음 단계 — I'm confident ~ (#56) · move forward with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  인터럽트 예고: "How is that different from others?" — 당황하지 말고 #54로 받아치기!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EXPRESSIONS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Expressions  #51–60 · Pitch &amp; Deal Talk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피치 1 · Hook &amp; Value  (가치로 열기)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 ~?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혹시 ~라는 거 아세요?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185416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you know lead time is the number one reason buyers switch suppliers?"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706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 is ~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고객사에 의미하는 바는 ~입니다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this means for you is fewer returns and happier customers."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to ~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 맞춘, 맞춤형의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3758184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formula is tailored to your needs."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37083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피치 2 · Proof &amp; Close  (근거와 확신)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7365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us apart is ~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저희의 차별점은 ~입니다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77240" y="5001768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sets us apart is our in-house R&amp;D team."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52297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proven track record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검증된 실적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77240" y="5788152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a proven track record with global brands."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confident (that) ~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~라고 확신합니다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6574536"/>
            <a:ext cx="5349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"I’m confident this line will do well in your market."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155448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 토크 1 · Discovery  (니즈 파악)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9202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looking for in ~?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~에서 어떤 점을 중요하게 보세요?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37960" y="2185416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are you looking for in a manufacturing partner?"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270662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most to you — A or B?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중요한 건 뭔가요?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37960" y="2971800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matters most to you — price, quality, or lead time?"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0" y="358444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딜 토크 2 · Confirm &amp; Respond  (확인과 대응)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39502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sounds like ~ is your top priority.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~가 최우선이시라는 말씀이군요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37960" y="4215384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sounds like lead time is your top priority."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0" y="4736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 </a:t>
            </a: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fair point, but ~   </a:t>
            </a:r>
            <a:r>
              <a:rPr lang="en-US" sz="10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지적이지만, ~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537960" y="5001768"/>
            <a:ext cx="5074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"That's a fair point, but our price includes full quality inspection."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556869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We’re open to ~. (~할 용의가 있습니다) — 협상이 막힐 때 문을 여는 한 줄: We’re open to starting with a trial order.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ROLEPLAY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Your Buyer? · Needs Discovery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바이어와의 첫 미팅 — Brian이 매 라운드 숨은 우선순위(price · quality · lead-time · service)를 가진 바이어를 연기합니다. 질문으로 알아내고, 거기에 맞춰 파세요.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인사 + 가벼운 스몰토크 — 바로 제품 얘기 금지!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825496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77977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779776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니즈 질문 (#57, #58) — 듣기가 절반입니다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02152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4564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45643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들은 것을 확인 (#59) — 우선순위를 입으로 정리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178808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13308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Pitch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4133088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priority에 맞춘 미니 피치 (#52, #53, #54)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855464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80974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Pushback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4809744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반박 대응 (#60) + We’re open to ~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365760" cy="365760"/>
          </a:xfrm>
          <a:prstGeom prst="ellipse">
            <a:avLst/>
          </a:prstGeom>
          <a:solidFill>
            <a:srgbClr val="C9A43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54864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548640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 제안 — move forward with / follow up 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7607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3라운드 진행 — 바이어의 priority가 매번 다릅니다. 같은 피치를 반복하면 실패! 파악한 니즈에 따라 강조점을 바꾸세요.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— 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 It in English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이번엔 빈칸이 아닙니다 — 한국어 문장을 보고 통째로 영어로 말해 보세요. (힌트는 표현 번호만!)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혹시 아세요? 바이어가 공급사를 바꾸는 1순위 이유가 납기라는 거.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이게 고객사에 의미하는 바는 반품 감소입니다.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484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포뮬러는 귀사의 니즈에 맞춰 제작됩니다.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995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489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저희의 차별점은 자체 R&amp;D팀입니다.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8371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저희는 글로벌 브랜드들과 검증된 실적이 있습니다.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678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1965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라인이 귀사 시장에서 잘될 거라고 확신합니다.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2313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8072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제조 파트너사에서 어떤 점을 중요하게 보세요?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3154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36484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가격, 품질, 납기 중 가장 중요한 게 뭔가요?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399592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4489704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그러니까 품질이 최우선이시라는 말씀이군요.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9400" y="483717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#59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533095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지적이지만, 저희 단가에는 전수 품질 검사가 포함돼 있습니다.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567842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힌트: #60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&amp; This Week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2.0 — hook to confident close — plus deal-talk expressions for finding out what your buyer really wants.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1071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your next buyer contact, rehearse out loud: Discover, Confirm, Tailor. Try it on your follow-up with the Indian buyers.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46227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salespeople ask before they pitch — if "What matters most to you?" comes out naturally, the deal talk is already half won.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EB9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find out what they really want!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 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Microsoft Office PowerPoint</Application>
  <PresentationFormat>사용자 지정</PresentationFormat>
  <Paragraphs>116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1</cp:revision>
  <dcterms:created xsi:type="dcterms:W3CDTF">2026-07-05T14:55:24Z</dcterms:created>
  <dcterms:modified xsi:type="dcterms:W3CDTF">2026-07-14T00:47:50Z</dcterms:modified>
</cp:coreProperties>
</file>
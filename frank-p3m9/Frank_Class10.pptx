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79442" cy="6858000"/>
  <p:notesSz cx="6858000" cy="1217944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31136"/>
            <a:ext cx="12179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615184"/>
            <a:ext cx="121794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Trade Show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529584"/>
            <a:ext cx="12179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— Class 10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0" y="3986784"/>
            <a:ext cx="12179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scenes, one show  ·  Expressions #71–86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&amp;  TODAY'S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 at the Show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부스 앞에서 시작해서, 상담하고, 남의 부스를 돌고, 끝나고 이어갑니다. 네 장면 모두 다른 언어가 필요해요.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96805" cy="2450592"/>
          </a:xfrm>
          <a:prstGeom prst="roundRect">
            <a:avLst>
              <a:gd name="adj" fmla="val 335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103120"/>
            <a:ext cx="2596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2688336"/>
            <a:ext cx="2596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944368"/>
            <a:ext cx="2304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 Buyer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383280"/>
            <a:ext cx="22310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통로를 지나가는 사람. 3초 안에 멈춰 세워야 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189" y="1920240"/>
            <a:ext cx="2596805" cy="2450592"/>
          </a:xfrm>
          <a:prstGeom prst="roundRect">
            <a:avLst>
              <a:gd name="adj" fmla="val 335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189" y="2103120"/>
            <a:ext cx="2596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189" y="2688336"/>
            <a:ext cx="2596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9493" y="2944368"/>
            <a:ext cx="2304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Serious Buyer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069" y="3383280"/>
            <a:ext cx="22310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바이어가 앉았어요. 이제 팔지 말고 — 알아내세요.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449" y="1920240"/>
            <a:ext cx="2596805" cy="2450592"/>
          </a:xfrm>
          <a:prstGeom prst="roundRect">
            <a:avLst>
              <a:gd name="adj" fmla="val 335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449" y="2103120"/>
            <a:ext cx="2596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99449" y="2688336"/>
            <a:ext cx="2596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5753" y="2944368"/>
            <a:ext cx="2304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Competitor's Booth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329" y="3383280"/>
            <a:ext cx="22310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남의 부스. 대놓고 못 물으니, 돌려서 알아냅니다.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5710" y="1920240"/>
            <a:ext cx="2596805" cy="2450592"/>
          </a:xfrm>
          <a:prstGeom prst="roundRect">
            <a:avLst>
              <a:gd name="adj" fmla="val 335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5710" y="2103120"/>
            <a:ext cx="2596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15710" y="2688336"/>
            <a:ext cx="2596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62014" y="2944368"/>
            <a:ext cx="23041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Show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98590" y="3383280"/>
            <a:ext cx="22310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200장 중 하나. 상대는 당신을 기억 못 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663440"/>
            <a:ext cx="11045586" cy="1225296"/>
          </a:xfrm>
          <a:prstGeom prst="roundRect">
            <a:avLst>
              <a:gd name="adj" fmla="val 5970"/>
            </a:avLst>
          </a:prstGeom>
          <a:solidFill>
            <a:srgbClr val="2438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 ·  가볍게 얘기해요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" y="5084064"/>
            <a:ext cx="1046037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전시회 나가보신 적 있으세요? 어떤 전시회였어요?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부스에서 제일 어려웠던 순간은?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명함은 많이 받는데, 그다음이 잘 안 이어지지 않나요?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  #71–74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0674" y="3108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2E3F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0674" y="3108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</a:t>
            </a:r>
            <a:pPr algn="ctr" indent="0" marL="0">
              <a:buNone/>
            </a:pPr>
            <a:r>
              <a:rPr lang="en-US" sz="10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 ·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 Buyer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Walks By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52144"/>
            <a:ext cx="11045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통로를 지나가는 사람. 3초 안에 멈춰 세워야 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9344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09344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700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brings you down this aisle?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이쪽엔 어떤 걸 찾아 오셨어요?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1968" y="1609344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brings you down this aisle — anything specific?”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keep you long.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 안 붙잡을게요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2450592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won't keep you long — just thirty seconds.”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291840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9184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where you're headed, ~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쪽을 보고 계신지에 따라 ~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3291840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“Depending on where you're headed, I'd show you two different lines.”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330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tends to ~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3312" y="4517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제품은 대개 ~하는 편이에요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4133088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one tends to move fast in duty-free.”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29200"/>
            <a:ext cx="11045586" cy="1170432"/>
          </a:xfrm>
          <a:prstGeom prst="roundRect">
            <a:avLst>
              <a:gd name="adj" fmla="val 6250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ROLEPLAY  ·  Stop Them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5449824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looking, thanks.”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5760720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— 붙잡지 말고 궁금하게 만들기. 30초 안에.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  #75–78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0674" y="3108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2E3F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0674" y="3108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</a:t>
            </a:r>
            <a:pPr algn="ctr" indent="0" marL="0">
              <a:buNone/>
            </a:pPr>
            <a:r>
              <a:rPr lang="en-US" sz="10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 ·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Serious Buyer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Sit Down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52144"/>
            <a:ext cx="11045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바이어가 앉았어요. 이제 팔지 말고 — 알아내세요.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9344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09344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700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this fitting in your lineup?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귀사 라인업 어디에 들어갈 것 같으세요?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1968" y="1609344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you see this fitting in your lineup — premium or mass?”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volume are we talking about?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물량은 어느 정도로 보면 될까요?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2450592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works out, what kind of volume are we talking about?”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291840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9184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 on this on your end?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그쪽에선 누가 최종 결정하나요?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3291840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who signs off on this on your end?”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330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not waste your time if ~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3312" y="4517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~라면 시간 뺏고 싶지 않습니다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4133088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rather not waste your time if the fit isn't right.”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29200"/>
            <a:ext cx="11045586" cy="1170432"/>
          </a:xfrm>
          <a:prstGeom prst="roundRect">
            <a:avLst>
              <a:gd name="adj" fmla="val 6250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ROLEPLAY  ·  Find 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5449824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just gathering information this year.”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5760720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— 물량 · 결정권자 · 타이밍, 세 가지 알아내기.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EXPRESSIONS  #79–82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0674" y="3108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2E3F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0674" y="3108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</a:t>
            </a:r>
            <a:pPr algn="ctr" indent="0" marL="0">
              <a:buNone/>
            </a:pPr>
            <a:r>
              <a:rPr lang="en-US" sz="10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 ·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Competitor's Booth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Walk Over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52144"/>
            <a:ext cx="11045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남의 부스. 대놓고 못 물으니, 돌려서 알아냅니다.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9344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09344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700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show treating you?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전시회는 좀 어떠세요?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1968" y="1609344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— how's the show treating you so far?”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hear you're getting a lot of traction with ~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~로 반응이 좋다고 들었어요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2450592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hear you're getting a lot of traction with the serum line.”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291840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9184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getting the most attention?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뭐가 제일 관심을 많이 받나요?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3291840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been getting the most attention at your booth?”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330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seeing the same thing?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3312" y="4517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그쪽도 비슷한가요?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4133088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“Buyers keep asking about clean beauty — are you seeing the same thing?”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29200"/>
            <a:ext cx="11045586" cy="1170432"/>
          </a:xfrm>
          <a:prstGeom prst="roundRect">
            <a:avLst>
              <a:gd name="adj" fmla="val 6250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ROLEPLAY  ·  Read the Room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5449824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“Oh, you're with a Korean supplier, right?”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5760720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— 경쟁사 정보 두 가지, 티 안 나게 알아내기.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EXPRESSIONS  #83–86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20674" y="31089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2E3F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0674" y="3108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</a:t>
            </a:r>
            <a:pPr algn="ctr" indent="0" marL="0">
              <a:buNone/>
            </a:pPr>
            <a:r>
              <a:rPr lang="en-US" sz="10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 ·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Show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 Later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52144"/>
            <a:ext cx="11045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200장 중 하나. 상대는 당신을 기억 못 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9344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609344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700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spoke briefly at ~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잠깐 뵀었죠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1968" y="1609344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spoke briefly at Cosmoprof — booth C42.”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0592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mentioned you were looking for ~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찾고 계신다고 하셨죠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2450592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mentioned you were looking for a vegan-certified line.”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291840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9184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put together ~ based on that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얘기 바탕으로 ~를 준비했습니다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3291840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put together a short deck based on that.”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33088"/>
            <a:ext cx="11045586" cy="731520"/>
          </a:xfrm>
          <a:prstGeom prst="roundRect">
            <a:avLst>
              <a:gd name="adj" fmla="val 7500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330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still on your radar?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3312" y="4517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관심 있으신가요?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4133088"/>
            <a:ext cx="4827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that still on your radar for next season?”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029200"/>
            <a:ext cx="11045586" cy="1170432"/>
          </a:xfrm>
          <a:prstGeom prst="roundRect">
            <a:avLst>
              <a:gd name="adj" fmla="val 6250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5157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ROLEPLAY  ·  Bring It 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5449824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— remind me who you are again?”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5760720"/>
            <a:ext cx="10460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— 기억을 되살리고, 다음 미팅까지 잡기.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Whole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네 장면을 이어서 한 번에. 표현은 가리고 — 상황만 보고 갑니다.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596805" cy="2103120"/>
          </a:xfrm>
          <a:prstGeom prst="roundRect">
            <a:avLst>
              <a:gd name="adj" fmla="val 347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267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SCENE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267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 Buyer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2267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looking, thanks.”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328416"/>
            <a:ext cx="22676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붙잡지 말고 궁금하게 만들기. 30초 안에.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189" y="1883664"/>
            <a:ext cx="2596805" cy="2103120"/>
          </a:xfrm>
          <a:prstGeom prst="roundRect">
            <a:avLst>
              <a:gd name="adj" fmla="val 347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781" y="2011680"/>
            <a:ext cx="2267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SCENE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47781" y="2304288"/>
            <a:ext cx="2267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Serious Buyer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781" y="2688336"/>
            <a:ext cx="2267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just gathering information this year.”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781" y="3328416"/>
            <a:ext cx="22676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물량 · 결정권자 · 타이밍, 세 가지 알아내기.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449" y="1883664"/>
            <a:ext cx="2596805" cy="2103120"/>
          </a:xfrm>
          <a:prstGeom prst="roundRect">
            <a:avLst>
              <a:gd name="adj" fmla="val 347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041" y="2011680"/>
            <a:ext cx="2267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SCENE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64041" y="2304288"/>
            <a:ext cx="2267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Competitor's Booth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041" y="2688336"/>
            <a:ext cx="2267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“Oh, you're with a Korean supplier, right?”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4041" y="3328416"/>
            <a:ext cx="22676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정보 두 가지, 티 안 나게 알아내기.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15710" y="1883664"/>
            <a:ext cx="2596805" cy="2103120"/>
          </a:xfrm>
          <a:prstGeom prst="roundRect">
            <a:avLst>
              <a:gd name="adj" fmla="val 3478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302" y="2011680"/>
            <a:ext cx="22676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SCENE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80302" y="2304288"/>
            <a:ext cx="2267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Show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0302" y="2688336"/>
            <a:ext cx="2267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3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— remind me who you are again?”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80302" y="3328416"/>
            <a:ext cx="22676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기억을 되살리고, 다음 미팅까지 잡기.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224528"/>
            <a:ext cx="11045586" cy="603504"/>
          </a:xfrm>
          <a:prstGeom prst="roundRect">
            <a:avLst>
              <a:gd name="adj" fmla="val 9091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224528"/>
            <a:ext cx="104603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THREAD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2에서 알아낸 것 → Scene 3에서 확인하고 → Scene 4에서 그걸 근거로 다시 연락하기.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4974336"/>
            <a:ext cx="110455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 ·  #71–86  — 막히면 여기서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brings you down this aisle?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959056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3920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013920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keep you long.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351185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6049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06049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where you're headed, ~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43313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8177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98177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tends to ~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35441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305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90305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this fitting in your lineup?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527569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2433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82433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volume are we talking about?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919698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74562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974562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 on this on your end?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311826" y="5266944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66690" y="5285232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366690" y="5449824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not waste your time if ~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66928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1792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show treating you?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959056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3920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013920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hear you're getting a lot of traction with ~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351185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06049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406049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getting the most attention?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743313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8177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98177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seeing the same thing?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135441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0305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90305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spoke briefly at ~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527569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2433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582433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mentioned you were looking for ~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919698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74562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974562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put together ~ based on that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311826" y="5824728"/>
            <a:ext cx="1300688" cy="475488"/>
          </a:xfrm>
          <a:prstGeom prst="roundRect">
            <a:avLst>
              <a:gd name="adj" fmla="val 769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66690" y="5843016"/>
            <a:ext cx="119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366690" y="6007608"/>
            <a:ext cx="119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still on your radar?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40864"/>
            <a:ext cx="121794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today, Frank!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3218688"/>
            <a:ext cx="12179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전시회 하루를 통째로 영어로 돌았어요 — 부스 앞부터, 2주 뒤 연락까지.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3712464"/>
            <a:ext cx="12179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— 알아낸 걸로 실제 제안까지 가져가기.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0" y="6254496"/>
            <a:ext cx="12179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2026-07-29T03:20:46Z</dcterms:created>
  <dcterms:modified xsi:type="dcterms:W3CDTF">2026-07-29T03:20:46Z</dcterms:modified>
</cp:coreProperties>
</file>
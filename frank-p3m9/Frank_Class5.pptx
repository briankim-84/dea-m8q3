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— Class 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977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  ·  Factory Tour English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 ·  Expressions #41–50  ·  Tour Roleplay  ·  Quiz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SPEAKING SESSION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60-Second Speech · Pitch a Product 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시간에 못 한 스피치 — 제품 하나를 골라 바이어에게 60초 안에 피치해 보세요. Class 4 표현을 자연스럽게 섞어서.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95144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제품인지 — 라인 이름과 핵심 한 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36392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9900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Stands Out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990088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돋보이는지 — stand out / a game changer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83133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831336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누구를 위한 제품인지 — cater 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72584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18888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67258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4672584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제안 — move forward with / follow up 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  대본 읽지 말고 대화하듯  ·  섹션당 2–3문장  ·  이번 주 인도 바이어 미팅이 실전 무대!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EXPRESSIONS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Expressions  #41–50 · Factory Tour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1 · Welcome  (맞이하기)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coming all the way from ~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멀리 ~에서 와주셔서 감사합니다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185416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"Thanks for coming all the way from India."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706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 around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안내해 드리다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me show you around our facility."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this way, please.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이쪽으로 오세요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758184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"Right this way, please — we'll start with the filling line."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3708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2 · Explaining  (설명하기)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736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we ~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여기가 저희가 ~하는 곳입니다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001768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where we fill and package the products."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5229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(라인이) 가동되다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788152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line runs sixteen hours a day."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능력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6574536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monthly capacity is about 500,000 units."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3 · Quality &amp; Tech  (품질·설비)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920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through quality checks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검사를 거치다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2185416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batch goes through strict quality checks."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27066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최신식의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37960" y="2971800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our state-of-the-art mixing system."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35844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4 · Guiding &amp; Closing  (배려·마무리)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9502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 step.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발밑 조심하세요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37960" y="4215384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"Watch your step — the floor can be slippery here."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4736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wraps up our tour.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이것으로 견학을 마칩니다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37960" y="5001768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wraps up our tour — any questions?"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556869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Feel free to ask questions anytime. (언제든 편하게 질문하세요) — 투어 시작할 때 한 마디로 분위기가 열립니다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ROLEPLAY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 Tour · Indian Clients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그대로 — Brian이 인도 바이어 역할(억양도 살짝 인도식으로!), Frank가 투어 가이드. 아래 흐름대로 공장을 안내해 보세요.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at the office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 + 멀리서 온 것 환영 (#41) + 오늘 일정 소개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25496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7797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tour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779776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 시작 (#42, #43) + Feel free to ask questions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02152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4564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production floor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45643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 설명 (#44, #45, #46) — 바이어가 숫자를 물어봄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78808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1330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corner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13308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프로세스 (#47) + 설비 자랑 (#48)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855464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80974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809744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계단·미끄러운 바닥에서 (#49)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54864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548640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(#50) + 다음 단계 제안 (move forward with)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Brian의 돌발 질문 예고: "What's your defect rate?" / "Can we increase the order volume?" — 모르면 당황하지 말고 get back to you on 으로!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in the Blank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표현으로 빈칸을 채워 보세요. (괄호 안은 한국어 힌트)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________ from Mumbai — how was your flight?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멀리 와주셔서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________ our new facility.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안내해 드리다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484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________, please. The tour starts here.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995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이쪽으로 오세요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489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 we mix all the raw ingredients.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8371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여기가 ~하는 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packaging line ________ twenty hours a day.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678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가동되다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factory has a ________ of one million units a month.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생산 능력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________ before shipping.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품질 검사를 거치다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6484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installed this ________ filling machine.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3995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최신식의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489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 — the stairs are steep here.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9400" y="48371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발밑 조심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 our tour. Shall we head back to the meeting room?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5678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견학 마무리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&amp; This Week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factory-tour expressions — welcoming, explaining, quality &amp; tech, guiding &amp; closing.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1071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Indian clients arrive this week. Rehearse the tour flow (1 to 6) out loud before they come.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622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be perfect — if "Right this way," "This is where we," and "Watch your step" come out naturally, half the tour is already a success.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B9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luck with your Indian clients!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2026-07-05T14:55:24Z</dcterms:created>
  <dcterms:modified xsi:type="dcterms:W3CDTF">2026-07-05T14:55:24Z</dcterms:modified>
</cp:coreProperties>
</file>
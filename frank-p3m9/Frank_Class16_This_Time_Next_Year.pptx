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08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0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1FCD5F08-0A57-46B1-BAAC-4C8491A791E8}"/>
    <pc:docChg chg="modSld">
      <pc:chgData name="Brian Kim" userId="bfb6c6aebdabc740" providerId="LiveId" clId="{1FCD5F08-0A57-46B1-BAAC-4C8491A791E8}" dt="2026-09-16T12:55:13.086" v="472" actId="20577"/>
      <pc:docMkLst>
        <pc:docMk/>
      </pc:docMkLst>
      <pc:sldChg chg="modSp mod">
        <pc:chgData name="Brian Kim" userId="bfb6c6aebdabc740" providerId="LiveId" clId="{1FCD5F08-0A57-46B1-BAAC-4C8491A791E8}" dt="2026-09-16T12:40:41.796" v="298" actId="20577"/>
        <pc:sldMkLst>
          <pc:docMk/>
          <pc:sldMk cId="0" sldId="258"/>
        </pc:sldMkLst>
        <pc:spChg chg="mod">
          <ac:chgData name="Brian Kim" userId="bfb6c6aebdabc740" providerId="LiveId" clId="{1FCD5F08-0A57-46B1-BAAC-4C8491A791E8}" dt="2026-09-16T12:40:41.796" v="298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rian Kim" userId="bfb6c6aebdabc740" providerId="LiveId" clId="{1FCD5F08-0A57-46B1-BAAC-4C8491A791E8}" dt="2026-09-16T12:55:13.086" v="472" actId="20577"/>
        <pc:sldMkLst>
          <pc:docMk/>
          <pc:sldMk cId="0" sldId="260"/>
        </pc:sldMkLst>
        <pc:spChg chg="mod">
          <ac:chgData name="Brian Kim" userId="bfb6c6aebdabc740" providerId="LiveId" clId="{1FCD5F08-0A57-46B1-BAAC-4C8491A791E8}" dt="2026-09-16T12:55:13.086" v="472" actId="20577"/>
          <ac:spMkLst>
            <pc:docMk/>
            <pc:sldMk cId="0" sldId="260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62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CLASS 16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Time Next Year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moving, you'll have to say why — in English.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the week been?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dragging on longer than it should?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~ so far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지금까지는 ~해요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has been dragging on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계속 늘어지고 있어요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9052" y="4498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9052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Started the Thought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you start thinking about moving?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to change for you to stay?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thinking about ~ for a while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한동안 생각해왔어요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missing here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 아쉬운 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~ changed, I might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바뀐다면 ~할 수도 있어요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47088" y="4498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47088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salary / female co-worker working environment, sensitive, get hurts easily / prefer more male driven working culture / flexible working hours / more frequent international business trip / better salary / 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Desk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industry, or a different one?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company or foreign — and why does that matter to you?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the next job have that this one doesn't?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go somewhere that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~한 곳으로 가고 싶어요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more to me now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저한테 더 중요한 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open to ~, as long as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~라면 ~도 괜찮아요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abroad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55064" y="449884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55064" y="449884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They Should Take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 why they should hire you. What do you say?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one deal you'd tell them about?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bring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가진 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I'd tell them about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얘기할 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where I learned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거기서 ~를 배웠어요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988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47088" y="449884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47088" y="449884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work as my own company / high confident / has a good sense of business understanding / complete the task quickly / 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404</Words>
  <Application>Microsoft Office PowerPoint</Application>
  <PresentationFormat>와이드스크린</PresentationFormat>
  <Paragraphs>76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2026-09-01T16:03:03Z</dcterms:created>
  <dcterms:modified xsi:type="dcterms:W3CDTF">2026-09-16T12:59:46Z</dcterms:modified>
</cp:coreProperties>
</file>
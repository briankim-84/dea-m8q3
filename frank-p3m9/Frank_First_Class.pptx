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375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432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9A432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English with Brian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926080" y="1508760"/>
            <a:ext cx="3291840" cy="36576"/>
          </a:xfrm>
          <a:prstGeom prst="rect">
            <a:avLst/>
          </a:prstGeom>
          <a:solidFill>
            <a:srgbClr val="C9A432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Koh's First Class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1371600" y="3474720"/>
            <a:ext cx="6400800" cy="777240"/>
          </a:xfrm>
          <a:prstGeom prst="roundRect">
            <a:avLst>
              <a:gd name="adj" fmla="val 5882"/>
            </a:avLst>
          </a:prstGeom>
          <a:solidFill>
            <a:srgbClr val="152540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47472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 ·  Expressions  ·  Quiz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432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9A432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8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 &amp; Warm-Up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2286000" y="2103120"/>
            <a:ext cx="4572000" cy="36576"/>
          </a:xfrm>
          <a:prstGeom prst="rect">
            <a:avLst/>
          </a:prstGeom>
          <a:solidFill>
            <a:srgbClr val="C9A432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33172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152540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423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자기소개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introduces himself — then your turn!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33172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152540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423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💼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83280" y="2971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 영업 이야기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3429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업종인지, 주로 어떤 고객들과 일하는지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33172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152540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423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09360" y="2971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영어 목표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3429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상황에서 영어가 가장 필요한지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432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9A432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8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Expressions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0" y="5029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– 10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932688"/>
            <a:ext cx="8595360" cy="27432"/>
          </a:xfrm>
          <a:prstGeom prst="rect">
            <a:avLst/>
          </a:prstGeom>
          <a:solidFill>
            <a:srgbClr val="C9A432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87552"/>
            <a:ext cx="8595360" cy="274320"/>
          </a:xfrm>
          <a:prstGeom prst="rect">
            <a:avLst/>
          </a:prstGeom>
          <a:solidFill>
            <a:srgbClr val="0F1E36"/>
          </a:solidFill>
          <a:ln w="12700">
            <a:solidFill>
              <a:srgbClr val="253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표현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98448"/>
            <a:ext cx="8595360" cy="384048"/>
          </a:xfrm>
          <a:prstGeom prst="rect">
            <a:avLst/>
          </a:prstGeom>
          <a:solidFill>
            <a:srgbClr val="152540"/>
          </a:solidFill>
          <a:ln w="12700">
            <a:solidFill>
              <a:srgbClr val="253C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29844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12984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honest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12984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솔직히 말하면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34840" y="129844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be honest, this market has been really tough lately."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719072"/>
            <a:ext cx="8595360" cy="384048"/>
          </a:xfrm>
          <a:prstGeom prst="rect">
            <a:avLst/>
          </a:prstGeom>
          <a:solidFill>
            <a:srgbClr val="0F1E36"/>
          </a:solidFill>
          <a:ln w="12700">
            <a:solidFill>
              <a:srgbClr val="253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71907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17190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top of that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51760" y="171907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게다가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34840" y="171907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 top of that, the shipping costs went up again."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139696"/>
            <a:ext cx="8595360" cy="384048"/>
          </a:xfrm>
          <a:prstGeom prst="rect">
            <a:avLst/>
          </a:prstGeom>
          <a:solidFill>
            <a:srgbClr val="152540"/>
          </a:solidFill>
          <a:ln w="12700">
            <a:solidFill>
              <a:srgbClr val="253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13969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213969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the day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51760" y="213969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결국에는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34840" y="2139696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the end of the day, the client's trust is everything."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560320"/>
            <a:ext cx="8595360" cy="384048"/>
          </a:xfrm>
          <a:prstGeom prst="rect">
            <a:avLst/>
          </a:prstGeom>
          <a:solidFill>
            <a:srgbClr val="0F1E36"/>
          </a:solidFill>
          <a:ln w="12700">
            <a:solidFill>
              <a:srgbClr val="253C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56032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25603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now and then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51760" y="25603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가끔, 때때로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34840" y="256032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now and then, a client surprises you in a good way."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980944"/>
            <a:ext cx="8595360" cy="384048"/>
          </a:xfrm>
          <a:prstGeom prst="rect">
            <a:avLst/>
          </a:prstGeom>
          <a:solidFill>
            <a:srgbClr val="152540"/>
          </a:solidFill>
          <a:ln w="12700">
            <a:solidFill>
              <a:srgbClr val="253C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98094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" y="298094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said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51760" y="298094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그렇긴 하지만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34840" y="298094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 said, I think we still have a good shot at this deal."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429000"/>
            <a:ext cx="8595360" cy="274320"/>
          </a:xfrm>
          <a:prstGeom prst="rect">
            <a:avLst/>
          </a:prstGeom>
          <a:solidFill>
            <a:srgbClr val="0F1E36"/>
          </a:solidFill>
          <a:ln w="12700">
            <a:solidFill>
              <a:srgbClr val="253C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 영업 표현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739896"/>
            <a:ext cx="8595360" cy="228600"/>
          </a:xfrm>
          <a:prstGeom prst="rect">
            <a:avLst/>
          </a:prstGeom>
          <a:solidFill>
            <a:srgbClr val="152540"/>
          </a:solidFill>
          <a:ln w="12700">
            <a:solidFill>
              <a:srgbClr val="253C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73989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7240" y="373989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out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651760" y="373989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연락하다, 접촉하다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434840" y="373989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"I'll reach out to the client first thing tomorrow morning."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3995928"/>
            <a:ext cx="8595360" cy="228600"/>
          </a:xfrm>
          <a:prstGeom prst="rect">
            <a:avLst/>
          </a:prstGeom>
          <a:solidFill>
            <a:srgbClr val="0F1E36"/>
          </a:solidFill>
          <a:ln w="12700">
            <a:solidFill>
              <a:srgbClr val="253C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39959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7240" y="39959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651760" y="399592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후속 연락하다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434840" y="399592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"Don't forget to follow up after the meeting."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4251960"/>
            <a:ext cx="8595360" cy="228600"/>
          </a:xfrm>
          <a:prstGeom prst="rect">
            <a:avLst/>
          </a:prstGeom>
          <a:solidFill>
            <a:srgbClr val="152540"/>
          </a:solidFill>
          <a:ln w="12700">
            <a:solidFill>
              <a:srgbClr val="253C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251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77240" y="4251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back to you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651760" y="42519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다시 연락드리다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434840" y="42519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"Let me check on that and get back to you by end of day."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74320" y="4507992"/>
            <a:ext cx="8595360" cy="228600"/>
          </a:xfrm>
          <a:prstGeom prst="rect">
            <a:avLst/>
          </a:prstGeom>
          <a:solidFill>
            <a:srgbClr val="0F1E36"/>
          </a:solidFill>
          <a:ln w="12700">
            <a:solidFill>
              <a:srgbClr val="253C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5079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77240" y="45079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 posted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651760" y="450799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계속 업데이트해드리다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434840" y="45079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"I'll keep you posted on how the negotiations go."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74320" y="4764024"/>
            <a:ext cx="8595360" cy="228600"/>
          </a:xfrm>
          <a:prstGeom prst="rect">
            <a:avLst/>
          </a:prstGeom>
          <a:solidFill>
            <a:srgbClr val="152540"/>
          </a:solidFill>
          <a:ln w="12700">
            <a:solidFill>
              <a:srgbClr val="253C5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476402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77240" y="476402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 deal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651760" y="476402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계약을 성사시키다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434840" y="4764024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finally closed the deal after three months of talks."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432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9A432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8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·  Fill in the Blank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9418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뜻을 보고 빈칸에 알맞은 표현을 넣어보세요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C9A432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463040"/>
            <a:ext cx="8595360" cy="1600200"/>
          </a:xfrm>
          <a:prstGeom prst="roundRect">
            <a:avLst>
              <a:gd name="adj" fmla="val 4571"/>
            </a:avLst>
          </a:prstGeom>
          <a:solidFill>
            <a:srgbClr val="152540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57276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"I'll check with my team and _______ by the end of the week."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057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E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(다시 연락드리다)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7863840" cy="475488"/>
          </a:xfrm>
          <a:prstGeom prst="rect">
            <a:avLst/>
          </a:prstGeom>
          <a:solidFill>
            <a:srgbClr val="0F1E36"/>
          </a:solidFill>
          <a:ln w="12700">
            <a:solidFill>
              <a:srgbClr val="364E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2316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Answer: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42316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back to you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8595360" cy="1600200"/>
          </a:xfrm>
          <a:prstGeom prst="roundRect">
            <a:avLst>
              <a:gd name="adj" fmla="val 4571"/>
            </a:avLst>
          </a:prstGeom>
          <a:solidFill>
            <a:srgbClr val="0F1E36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10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31012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"_______, the client was really difficult, but we managed to _______ in the end."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794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E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(솔직히 말하면 / 계약을 성사시키다)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7863840" cy="475488"/>
          </a:xfrm>
          <a:prstGeom prst="rect">
            <a:avLst/>
          </a:prstGeom>
          <a:solidFill>
            <a:srgbClr val="0F1E36"/>
          </a:solidFill>
          <a:ln w="12700">
            <a:solidFill>
              <a:srgbClr val="364E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16052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Answer: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41605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honest / close a deal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today!  We'll build on this going forward 💪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</Words>
  <Application>Microsoft Office PowerPoint</Application>
  <PresentationFormat>화면 슬라이드 쇼(16:9)</PresentationFormat>
  <Paragraphs>77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2</cp:revision>
  <dcterms:created xsi:type="dcterms:W3CDTF">2026-06-16T05:57:40Z</dcterms:created>
  <dcterms:modified xsi:type="dcterms:W3CDTF">2026-06-18T00:34:27Z</dcterms:modified>
</cp:coreProperties>
</file>
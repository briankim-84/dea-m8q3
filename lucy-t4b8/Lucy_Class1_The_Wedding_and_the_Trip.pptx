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LUCY · CLASS 1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Wedding and the Trip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Start with the good part. End with the plan.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WEDDING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Itself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was it, and where?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came from far away?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went wrong on the day?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remember most?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got married in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결혼했어요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About ~ people came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~명 정도 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thing that went wrong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하나 잘못된 게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 remember most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기억나는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went by so fast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정말 순식간이었어요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was more nervous about ~ than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~보다 ~가 더 떨렸어요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decent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miracle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FRANCE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Honeymoon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did you go?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eat that you'd go back for?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surprised you about France?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was the worst part of the trip?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flew into ~ and then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~로 들어가서 ~로 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one thing I'd go back for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그거 때문에 다시 갈 거예요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surprised me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놀란 건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Nobody tells you that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아무도 ~라는 말은 안 해주죠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worst part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별로였던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got lost in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~에서 길을 잃었어요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legitimate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39112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039112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frankly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WINE PART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Shops You Went To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Did you make it to any of the shops?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your husband buy?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drink it too, or is that his thing?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Did anyone try to speak English with you there?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went to ~ that you told us about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알려주신 ~에 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 bought ~ and I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남편은 ~를 사고 저는 ~했어요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more his thing than mine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저보다는 남편 쪽이에요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spoke English,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영어를 하긴 하는데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just pointed at things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그냥 손가락으로 가리켰어요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feedback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47088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847088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domain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BACK AT WORK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Where English Comes In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Tell me what you actually do at the agency.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does English show up — email, meetings, presentations?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said some accounts went to someone else. What happened?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Six months from now, what do you want to be able to do?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work on ~ at the agency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회사에서 ~를 맡고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English comes up when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~할 때 영어가 나와요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account went to ~ because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 건은 ~라서 ~한테 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wasn't said out loud,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대놓고 말한 건 아닌데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six months I want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6개월 뒤엔 ~하고 싶어요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I'd want back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되찾고 싶은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tactic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utility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2026-09-17T03:25:05Z</dcterms:created>
  <dcterms:modified xsi:type="dcterms:W3CDTF">2026-09-17T03:25:05Z</dcterms:modified>
</cp:coreProperties>
</file>
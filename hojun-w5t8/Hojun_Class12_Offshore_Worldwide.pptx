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HOJUN · CLASS 12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Offshore, Worldwide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Four wind farms, four seabeds. You be the engineer.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How's the week been on site?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Anything that turned out harder than planned?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been ~ so far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지금까지는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took longer than we planned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~가 계획보다 오래 걸렸어요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13308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13308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wise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13308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13308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universal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4910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184648"/>
            <a:ext cx="105156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SITE 1 · UNITED KINGDOM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Hornsea 2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3441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Ørsted · 2022 · 1.32 GW · 165 turbines at 8 MW · the world's largest when it opened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Monopiles 60–78 m long, depending on water depth · 390 km of cable · sits next to Hornsea 1 (1.2 GW)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Hornsea 3's monopiles: SeAH — a Korean company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Sixty-metre monopiles versus seventy-eight — what changes when you go longer?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76148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Length is water depth plus how deep it's driven plus height above the water. Longer means heavier, a bigger hammer, a bigger vessel, and a narrower weather window.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5478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165 turbines, 390 km of cable. Where's the biggest risk?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9319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In the cables. Most offshore wind failures are cable faults — anchors, trawl nets, bad burial. Turbines rarely break. Cables do.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471830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SeAH makes the monopiles for Hornsea 3. What does that tell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14400" y="510235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Korean steel pipe is already inside the European supply chain. The next step is Korean installation and engineering — not just the steel.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21040" y="2377440"/>
            <a:ext cx="3319272" cy="3429000"/>
          </a:xfrm>
          <a:prstGeom prst="roundRect">
            <a:avLst>
              <a:gd name="adj" fmla="val 247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549640" y="2542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549640" y="2834640"/>
            <a:ext cx="2926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longer the pile, the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At that distance,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changes at depth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risk moves to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You'd never get away with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clever part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trust ~ before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 had to bet, ~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SITE 2 · UNITED KINGDOM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Dogger Bank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3441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3.6 GW across phases A, B, C · 130–200 km offshore · water 18–63 m deep · Haliade-X 13–14 MW turbines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Monopiles up to 72.8 m long and 1,424 tons · an 8-metre flange, the largest ever · 277 monopiles in total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Chosen because it's far enough to be invisible from land, yet shallow enough for fixed foundations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130 km out. How does that change the work?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76148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A crew transfer takes hours each way, so you use service vessels that stay out for weeks. Every trip is expensive, so every mistake is expensive.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5478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1,424-ton monopile with an 8-metre flange. What can go wrong on the lift?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9319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Crane capacity, swell moving the vessel, keeping the pile plumb while driving — and damaging the flange, the one part that has to be perfect for the transition piece to bolt on.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471830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pick a site nobody can see?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14400" y="510235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No visual complaints, stronger and steadier wind — about 10 m/s — and yet only 18 to 63 metres deep. Far away, but still standing on the seabed.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21040" y="2377440"/>
            <a:ext cx="3319272" cy="3429000"/>
          </a:xfrm>
          <a:prstGeom prst="roundRect">
            <a:avLst>
              <a:gd name="adj" fmla="val 247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549640" y="2542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549640" y="2834640"/>
            <a:ext cx="2926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longer the pile, the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At that distance,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changes at depth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risk moves to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You'd never get away with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clever part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trust ~ before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 had to bet, ~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621792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fade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463040" y="6217920"/>
            <a:ext cx="1056132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463040" y="621792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anymore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SITE 3 · NETHERLANDS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Borssele 1+2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3441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Ørsted · 2020 · 752 MW · 94 turbines at 8 MW · 23 km off the coast of Zeeland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Monopile foundations · 94 inter-array cables, each buried two metres into the seabed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Built with jack-up vessel Innovation and cable-layer Nexus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Ninety-four cables buried two metres deep. Why bury them?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76148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Ship anchors and fishing gear are the number-one cause of cable damage. Two metres keeps them out of reach — and insurers won't cover an unburied cable.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5478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Only 23 km from shore. What's easier, and what's harder?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9319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Easier: short cables, quick transfers, cheaper maintenance. Harder: more shipping, more fishing, more people watching, tighter permits.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471830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94 turbines at 8 MW. Why not fewer, bigger ones?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14400" y="510235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In 2020, 8 MW was the largest proven turbine. Today the same farm would use half as many 14–15 MW units — fewer foundations, fewer cables, fewer lifts.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21040" y="2377440"/>
            <a:ext cx="3319272" cy="3429000"/>
          </a:xfrm>
          <a:prstGeom prst="roundRect">
            <a:avLst>
              <a:gd name="adj" fmla="val 247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549640" y="2542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549640" y="2834640"/>
            <a:ext cx="2926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longer the pile, the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At that distance,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changes at depth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risk moves to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You'd never get away with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clever part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trust ~ before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 had to bet, ~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SITE 4 · SCOTLAND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Hywind Scotland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3441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Equinor · 2017 · the world's first floating wind farm · 5 turbines at 6 MW · 30 MW · 29 km off Peterhead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Water 95–120 m deep · spar-buoy foundations: 90 m of steel below the surface, 3,500 tons each, held by three mooring chains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Highest capacity factor of any UK offshore wind farm (54%) · cost £264m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100-metre water. What does a monopile do there?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76148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Nothing — it can't. Fixed foundations stop making economic sense around 40 to 50 metres. Below that, you float.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5478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spar buoy — 90 m of steel underwater, three mooring chains, nothing in the seabed. Would you trust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9319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It's oil-and-gas technology; the same idea has held North Sea platforms for decades. The weight sits low, so it doesn't tip. The risk moved from the seabed to the mooring lines.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471830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Highest capacity factor in the UK. Why would floating beat fixed?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14400" y="510235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Deep water is far from shore, and far from shore means stronger, steadier wind. Floating lets you go where the wind actually is.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21040" y="2377440"/>
            <a:ext cx="3319272" cy="3429000"/>
          </a:xfrm>
          <a:prstGeom prst="roundRect">
            <a:avLst>
              <a:gd name="adj" fmla="val 247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549640" y="2542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549640" y="2834640"/>
            <a:ext cx="2926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longer the pile, the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At that distance,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changes at depth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risk moves to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You'd never get away with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clever part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trust ~ before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 had to bet, ~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1056132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621792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eastern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51076" y="621792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751076" y="621792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champion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VERDICT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Four Seabeds, One Engineer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Of the four, which one was the hardest to build?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 would you want to work on?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 would keep you up at night?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ten years, will most new wind farms stand on the seabed, or float?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Q5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sea off Korea's east coast gets deep very quickly. What does that mean for wind farms there?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Little shallow water on the east coast — so the big projects off Ulsan are going floating.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say ~ was the hardest,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어려웠던 건 ~예요, 왜냐하면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want to be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~에서 일해보고 싶어요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would worry me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걱정될 거예요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Ten years from now,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10년 뒤엔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Korea, that means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한국에선 그게 ~라는 얘기죠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138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5413248"/>
            <a:ext cx="105156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2026-09-10T13:49:02Z</dcterms:created>
  <dcterms:modified xsi:type="dcterms:W3CDTF">2026-09-10T13:49:02Z</dcterms:modified>
</cp:coreProperties>
</file>
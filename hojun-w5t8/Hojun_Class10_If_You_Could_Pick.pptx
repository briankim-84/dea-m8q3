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814" autoAdjust="0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43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0D684779-3D4C-493F-BBCF-0753DE41DC47}"/>
    <pc:docChg chg="custSel modSld">
      <pc:chgData name="Brian Kim" userId="bfb6c6aebdabc740" providerId="LiveId" clId="{0D684779-3D4C-493F-BBCF-0753DE41DC47}" dt="2026-08-30T09:00:12.096" v="960" actId="20577"/>
      <pc:docMkLst>
        <pc:docMk/>
      </pc:docMkLst>
      <pc:sldChg chg="modSp mod">
        <pc:chgData name="Brian Kim" userId="bfb6c6aebdabc740" providerId="LiveId" clId="{0D684779-3D4C-493F-BBCF-0753DE41DC47}" dt="2026-08-30T08:35:11.963" v="265" actId="20577"/>
        <pc:sldMkLst>
          <pc:docMk/>
          <pc:sldMk cId="0" sldId="257"/>
        </pc:sldMkLst>
        <pc:spChg chg="mod">
          <ac:chgData name="Brian Kim" userId="bfb6c6aebdabc740" providerId="LiveId" clId="{0D684779-3D4C-493F-BBCF-0753DE41DC47}" dt="2026-08-30T08:35:11.963" v="265" actId="20577"/>
          <ac:spMkLst>
            <pc:docMk/>
            <pc:sldMk cId="0" sldId="257"/>
            <ac:spMk id="12" creationId="{00000000-0000-0000-0000-000000000000}"/>
          </ac:spMkLst>
        </pc:spChg>
      </pc:sldChg>
      <pc:sldChg chg="modSp mod">
        <pc:chgData name="Brian Kim" userId="bfb6c6aebdabc740" providerId="LiveId" clId="{0D684779-3D4C-493F-BBCF-0753DE41DC47}" dt="2026-08-30T08:47:17.676" v="477" actId="20577"/>
        <pc:sldMkLst>
          <pc:docMk/>
          <pc:sldMk cId="0" sldId="258"/>
        </pc:sldMkLst>
        <pc:spChg chg="mod">
          <ac:chgData name="Brian Kim" userId="bfb6c6aebdabc740" providerId="LiveId" clId="{0D684779-3D4C-493F-BBCF-0753DE41DC47}" dt="2026-08-30T08:47:17.676" v="477" actId="20577"/>
          <ac:spMkLst>
            <pc:docMk/>
            <pc:sldMk cId="0" sldId="258"/>
            <ac:spMk id="12" creationId="{00000000-0000-0000-0000-000000000000}"/>
          </ac:spMkLst>
        </pc:spChg>
      </pc:sldChg>
      <pc:sldChg chg="modSp mod">
        <pc:chgData name="Brian Kim" userId="bfb6c6aebdabc740" providerId="LiveId" clId="{0D684779-3D4C-493F-BBCF-0753DE41DC47}" dt="2026-08-30T08:56:47.800" v="825" actId="20577"/>
        <pc:sldMkLst>
          <pc:docMk/>
          <pc:sldMk cId="0" sldId="259"/>
        </pc:sldMkLst>
        <pc:spChg chg="mod">
          <ac:chgData name="Brian Kim" userId="bfb6c6aebdabc740" providerId="LiveId" clId="{0D684779-3D4C-493F-BBCF-0753DE41DC47}" dt="2026-08-30T08:56:47.800" v="825" actId="20577"/>
          <ac:spMkLst>
            <pc:docMk/>
            <pc:sldMk cId="0" sldId="259"/>
            <ac:spMk id="18" creationId="{00000000-0000-0000-0000-000000000000}"/>
          </ac:spMkLst>
        </pc:spChg>
      </pc:sldChg>
      <pc:sldChg chg="modSp mod">
        <pc:chgData name="Brian Kim" userId="bfb6c6aebdabc740" providerId="LiveId" clId="{0D684779-3D4C-493F-BBCF-0753DE41DC47}" dt="2026-08-30T09:00:12.096" v="960" actId="20577"/>
        <pc:sldMkLst>
          <pc:docMk/>
          <pc:sldMk cId="0" sldId="260"/>
        </pc:sldMkLst>
        <pc:spChg chg="mod">
          <ac:chgData name="Brian Kim" userId="bfb6c6aebdabc740" providerId="LiveId" clId="{0D684779-3D4C-493F-BBCF-0753DE41DC47}" dt="2026-08-30T09:00:12.096" v="960" actId="20577"/>
          <ac:spMkLst>
            <pc:docMk/>
            <pc:sldMk cId="0" sldId="260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2910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HOJUN · CLASS 10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Could Pick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20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real Hyundai E&amp;C sites — which one would you join?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How's the week been on your end?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SITES · 1—2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 and Land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2821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 Jaber Causeway — Kuwait</a:t>
            </a:r>
            <a:endParaRPr lang="en-US" sz="1700" dirty="0"/>
          </a:p>
          <a:p>
            <a:pPr marL="0" indent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바다 위 초장대 해상교량 — 리비아 대수로 이후 한국 건설사 최대 해외 토목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715768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84378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Reclamation — Singapore</a:t>
            </a:r>
            <a:endParaRPr lang="en-US" sz="1700" dirty="0"/>
          </a:p>
          <a:p>
            <a:pPr marL="0" indent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나라 면적을 7% 넓힌 준설·매립 — 바다를 국토로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4281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impressions — which of these two pulls you, and why?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02920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822960" y="51480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440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Singapore -&gt; maritime structure / used Caisson / had a similar experience for domestic project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Kuwait -&gt; first big project when I joined / his team members joined this project / artificial island / 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SITES · 3—4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Ice and Canyon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2821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 Bogo Station — Antarctica</a:t>
            </a:r>
            <a:endParaRPr lang="en-US" sz="1700" dirty="0"/>
          </a:p>
          <a:p>
            <a:pPr marL="0" indent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남극 과학기지 — 세종기지보다 어려웠다는 극한 시공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715768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84378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McKinley Railway Bridge — Alaska, USA</a:t>
            </a:r>
            <a:endParaRPr lang="en-US" sz="1700" dirty="0"/>
          </a:p>
          <a:p>
            <a:pPr marL="0" indent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협곡을 가로지른 171m 철교 — 미국 건설사들도 꺼렸던 현장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4281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Engineer's eyes — which site would be the hardest, and what makes it hard?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02920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822960" y="51480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440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Jang Bogo project done by the another division / HDEC done the high-speed railway bridge for KTX, SRT / building a bridge is the beauty of civil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engeering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 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PICK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— Where Do You Go?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could pick one, which site do you join — and why?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your first month there look like?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3017520"/>
          </a:xfrm>
          <a:prstGeom prst="roundRect">
            <a:avLst>
              <a:gd name="adj" fmla="val 27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go with ~ because ~</a:t>
            </a:r>
            <a:endParaRPr lang="en-US" sz="15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저라면 ~요, 왜냐하면 ~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draws me to ~ is ~</a:t>
            </a:r>
            <a:endParaRPr lang="en-US" sz="15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~에 끌리는 이유는 ~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tricky part would be ~</a:t>
            </a:r>
            <a:endParaRPr lang="en-US" sz="15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까다로운 건 ~일 거예요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 ~, ~ is ~</a:t>
            </a:r>
            <a:endParaRPr lang="en-US" sz="15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~에 비하면 ~는 ~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233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315968"/>
            <a:ext cx="124815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315968"/>
            <a:ext cx="12481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43100" y="431596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43100" y="431596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41548" y="4315968"/>
            <a:ext cx="124815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41548" y="4315968"/>
            <a:ext cx="12481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822960" y="51480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440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I’d go with USA, Singapore because it is good place to learn English / What draws me to countries like USA and Singapore is that these two are good for work and living with family / The tricky part would be English communication. Explaining design over to agencies / 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HOME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Then There's Wando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four is closest to your Wando project — what's similar?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makes offshore wind different from all of them?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얘기한 현장들 옆에 완도를 놓아보기 — 닮은 점과 다른 점.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11091672" cy="2286000"/>
          </a:xfrm>
          <a:prstGeom prst="roundRect">
            <a:avLst>
              <a:gd name="adj" fmla="val 36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822960" y="40507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434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biggest difference is the turbine. Offshore wind project is being influenced by the turbine supplier.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</TotalTime>
  <Words>456</Words>
  <Application>Microsoft Office PowerPoint</Application>
  <PresentationFormat>와이드스크린</PresentationFormat>
  <Paragraphs>59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5</cp:revision>
  <dcterms:created xsi:type="dcterms:W3CDTF">2026-08-27T03:20:06Z</dcterms:created>
  <dcterms:modified xsi:type="dcterms:W3CDTF">2026-08-30T23:17:35Z</dcterms:modified>
</cp:coreProperties>
</file>
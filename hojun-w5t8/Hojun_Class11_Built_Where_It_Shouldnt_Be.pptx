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HOJUN · CLASS 11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Built Where It Shouldn't Be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Four Hyundai E&amp;C jobs. You be the judge.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29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week been on site?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that turned out harder than planned?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been ~ so far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지금까지는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took longer than we planned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~가 계획보다 오래 걸렸어요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13308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initially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43100" y="413308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943100" y="41330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occasionally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4919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수업 중 나온 문장을 여기에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CASE 1 —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Jubail and the Bosphorus</a:t>
            </a:r>
            <a:endParaRPr lang="en-US" sz="29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007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Jubail Industrial Harbour · Saudi, 1976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자재를 전부 국내 제작 후 해상 운송 · 수심 30m, 파도 속에서 500톤 철구조물을 허용 오차 내 설치 · 계약액이 당시 국가예산의 1/4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7523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3rd Bosphorus Bridge · Turkey, 2016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세계 최초 사장-현수 복합 · 2,164m, 중앙경간 1,408m, 주탑 322m · 8차로 + 철도 2트랙 · 현수교만으로는 흔들려 철도를 못 놓기 때문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151376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Thirty meters of water, waves, and a 500-ton block. How do you land that within tolerance?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built everything in Korea and shipped it. Smart, or asking for trouble?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did the railway force them into a hybrid?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want to sign off on a world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605272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91072" y="176479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91072" y="2057400"/>
            <a:ext cx="5148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 part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어려운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You'd have to ~ before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~하기 전에 ~해야죠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only works if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~일 때만 되는 얘기예요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CASE 3 — 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Chacao and Ulsan</a:t>
            </a:r>
            <a:endParaRPr lang="en-US" sz="29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007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Chacao Bridge · Chile, due 2028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남미 최초 4차로 현수교, 2.6km · 강한 해풍과 조류 · 지진 지역이라 내진 설계 · 한국 건설사 첫 칠레 진출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7523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Ulsan Bridge · Korea, 2015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주탑 사이 1,150m 단경간 현수교 · 준공 당시 세계 3위 규모 · 광안대교의 두 배 이상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151376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Wind, current, and earthquakes in one strait — which one do you design for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hardest month of a job like Chacao?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First Korean bridge in South America. What do you have to prove?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Ulsan is close to home — have you seen it? What did you think?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605272" cy="2148840"/>
          </a:xfrm>
          <a:prstGeom prst="roundRect">
            <a:avLst>
              <a:gd name="adj" fmla="val 383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91072" y="176479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91072" y="2057400"/>
            <a:ext cx="5148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design for ~ first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저라면 ~를 먼저 잡아요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risk there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거기서 위험한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impresses me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인상적인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VERDICT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Which One Is the Real Feat?</a:t>
            </a:r>
            <a:endParaRPr lang="en-US" sz="29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Of the four, which is the real achievement?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would you have said no to?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needed money, and which needed nerve?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Fifty years apart — what got easier, and what didn't?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put on this list from your own work?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291072" y="1719072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91072" y="2011680"/>
            <a:ext cx="51480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say ~ is the real one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진짜는 ~라고 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needed money, but ~ needed nerve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돈이, ~는 배짱이 필요했죠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hasn't changed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 변한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4074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successfully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31136" y="44074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231136" y="44074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flexible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29584" y="44074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29584" y="44074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vulnerable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193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수업 중 나온 문장을 여기에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2026-09-07T09:11:15Z</dcterms:created>
  <dcterms:modified xsi:type="dcterms:W3CDTF">2026-09-07T09:11:15Z</dcterms:modified>
</cp:coreProperties>
</file>
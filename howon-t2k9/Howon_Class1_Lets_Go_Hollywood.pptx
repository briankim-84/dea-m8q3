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HOWON · CLASS 1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Let's Go Hollywood</a:t>
            </a:r>
            <a:endParaRPr lang="en-US" sz="4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Dream big. Talk first.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 · 60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Hello, Again — In English This Time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상담 때 한국어로 했던 얘기, 이번엔 영어로.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been keeping you busy this month?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show you're in right now?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usually spend a day when there's no show?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TALKING ABOUT NOW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been ~ing lately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Right now I'm in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Most of my week goes into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When there's no show, I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been a busy ~ because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KEEPING IT GOING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2823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Actually,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 be honest,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thing is,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 mean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Let me think 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 · 60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Your English So Far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you learn the English you have?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do you actually use it — and when do you avoid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thing that bothers you most when you speak?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IT CAME FROM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picked it up from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studied it in ~,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Most of it came from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never really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can follow ~, but I can't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HARD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bothers me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know the word,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freeze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People don't understand me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sound ~ and I hate it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 · 60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Plan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want to be doing in the US?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— and what has to happen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“sounding native” mean to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PLAN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plan is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start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Before I go, I need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I'm really after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it works out,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320040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THE ACCENT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675888"/>
            <a:ext cx="5029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want to sound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Right now I sound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hard sounds for me are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can hear it, but I can't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settle for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· 90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Pick One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아무거나 골라요. 다 안 해도 돼요.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46888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640080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Day Off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66160" y="192024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356616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Food, Cities, Travel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40880" y="1691640"/>
            <a:ext cx="246888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>
            <a:hlinkClick r:id="rId3" tooltip="" action="ppaction://hlinksldjump"/>
          </p:cNvPr>
          <p:cNvSpPr txBox="1"/>
          <p:nvPr/>
        </p:nvSpPr>
        <p:spPr>
          <a:xfrm>
            <a:off x="7040880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Growing Up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84080" y="1920240"/>
            <a:ext cx="192024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>
            <a:hlinkClick r:id="rId4" tooltip="" action="ppaction://hlinksldjump"/>
          </p:cNvPr>
          <p:cNvSpPr txBox="1"/>
          <p:nvPr/>
        </p:nvSpPr>
        <p:spPr>
          <a:xfrm>
            <a:off x="978408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Friends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>
            <a:hlinkClick r:id="rId5" tooltip="" action="ppaction://hlinksldjump"/>
          </p:cNvPr>
          <p:cNvSpPr txBox="1"/>
          <p:nvPr/>
        </p:nvSpPr>
        <p:spPr>
          <a:xfrm>
            <a:off x="822960" y="3108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Sports and the Body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7680" y="3383280"/>
            <a:ext cx="192024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297680" y="3383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Acting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310896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>
            <a:hlinkClick r:id="rId7" tooltip="" action="ppaction://hlinksldjump"/>
          </p:cNvPr>
          <p:cNvSpPr txBox="1"/>
          <p:nvPr/>
        </p:nvSpPr>
        <p:spPr>
          <a:xfrm>
            <a:off x="6492240" y="3108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Music and Dance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784080" y="3383280"/>
            <a:ext cx="192024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>
            <a:hlinkClick r:id="rId8" tooltip="" action="ppaction://hlinksldjump"/>
          </p:cNvPr>
          <p:cNvSpPr txBox="1"/>
          <p:nvPr/>
        </p:nvSpPr>
        <p:spPr>
          <a:xfrm>
            <a:off x="9784080" y="3383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Auditions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94560" y="4572000"/>
            <a:ext cx="246888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>
            <a:hlinkClick r:id="rId9" tooltip="" action="ppaction://hlinksldjump"/>
          </p:cNvPr>
          <p:cNvSpPr txBox="1"/>
          <p:nvPr/>
        </p:nvSpPr>
        <p:spPr>
          <a:xfrm>
            <a:off x="219456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Hollywood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0" y="475488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9050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>
            <a:hlinkClick r:id="rId10" tooltip="" action="ppaction://hlinksldjump"/>
          </p:cNvPr>
          <p:cNvSpPr txBox="1"/>
          <p:nvPr/>
        </p:nvSpPr>
        <p:spPr>
          <a:xfrm>
            <a:off x="566928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Scares You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1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 Day Off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a real day off look like for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plan it, or let it happen?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never do on a day off?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usually start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try not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I'm honest, I mostly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depends on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rather ~ than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By the afternoon, I'm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one thing I always do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switch off by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don't plan it — I just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my way of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sleep in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unwind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errand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nap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relax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recharge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quiet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routine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rest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switch off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2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Food, Cities, Travel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part of Seoul feels like home?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first thing you look for in a new city?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would you go tomorrow if you could?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lived around ~ for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 love about ~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first thing I do in a new place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more of a ~ person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~ is worth the trip just for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been meaning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could go anywhere, I'd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can't do a trip without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touristy,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the kind of place where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neighborhood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local spot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wander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local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crowded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atmosphere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street food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get lost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hidden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must-try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3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Growing Up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Busan like when you were a kid?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kind of kid were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did you know you wanted to be on stage?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grew up in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Back then, I was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was the kind of kid who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started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parents weren't sure about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Looking back,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didn't know it at the time,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By the time I was ~, I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owe a lot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hometown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strict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shy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stubborn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talent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turning point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childhood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encourage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dream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dialect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4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Friends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Who's known you the longest?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make new friends these days?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your friends say you're like?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go way back 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known ~ since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don't talk every day,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close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harder to make friends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Most of my friends are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They'd say I'm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the one who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drifted apart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keeps us close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lifelong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close friend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catch up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fall out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loyal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introvert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group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reconnect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hang out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trust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5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Sports and the Body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to stay in shape?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there a sport you've always liked — playing or watching?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your body complain about these days?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work out ~ times a week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 stay in shape, I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into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used to play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never been good at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body tells me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can feel it in my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Now it takes longer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had to be careful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stage, I need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work out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stay in shape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flexibility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stamina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injury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recover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stretch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warm up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limits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6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Acting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show you're in right now, and who are you playing?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hardest part of that role?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Stage or camera — which one feels more like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playing ~ in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character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hardest part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stage, you have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camera, it's more about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 love about ~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Every night is different because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audience can tell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found the character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took me ~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role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character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rehearsal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audience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script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scene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nerves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timing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emotion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presence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7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Music and Dance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still dance?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those years teach you that acting didn't?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still write?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still ~ whenever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in my body — I don't have to think about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Those years taught me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Dance gave me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miss ~ the most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don't miss ~ at all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still write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Music comes easier than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a different kind of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go back to ~ if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rhythm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choreography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moves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lyrics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discipline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crew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muscle memory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perform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beat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express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8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Auditions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prepare for an audition?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worst one you've done?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be different in English?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start by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night before, I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worst one was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froze when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I've learned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 English, I'd worry about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hard part would be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need to ~ before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They're looking for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 only get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callback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cold read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monologue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self-tape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nerves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freeze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casting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deliver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line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impression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9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Hollywood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Hollywood mean to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Stage or screen out there?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has to happen before you go?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For me, it's about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always wanted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plan is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start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I'm really after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Before I go, I need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know it's ~,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dream is ~; the reality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been preparing by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it works out,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agent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manager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visa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network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big break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industry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self-tape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accent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opportunity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gamble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TOPIC 10 OF 10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Scares You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30552" cy="502920"/>
          </a:xfrm>
          <a:prstGeom prst="roundRect">
            <a:avLst>
              <a:gd name="adj" fmla="val 50909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9509760" y="41148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Pick another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scares you these days?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did you last fail at something?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keeps you going anyway?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223760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EXPRESSIONS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3355848"/>
            <a:ext cx="6766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scares me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afraid of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last time I failed was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hit me hard because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got through it by ~ing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keeps me going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made peace with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rather ~ than never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fear doesn't go away 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 bad days, I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9560" y="2880360"/>
            <a:ext cx="3730752" cy="3383280"/>
          </a:xfrm>
          <a:prstGeom prst="roundRect">
            <a:avLst>
              <a:gd name="adj" fmla="val 243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30449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355848"/>
            <a:ext cx="32735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doubt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pressure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fail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bounce back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regret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risk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courage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rock bottom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nerve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push through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to Watch — and Part 3 Notes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SOUNDS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r / l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 (think · this)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v / b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final consonants (-ed, -s)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word stress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linking (an actor → a-nactor)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18872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SENTENCES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0" y="16002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before a stop?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fillers (um · like · you know)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tense drift (past ↔ present)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articles (a · the)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question forms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self-correction — does he?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6676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HE REACHES FOR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66760" y="16002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Korean words mid-sentence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topics he avoids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topics that open him up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phrases he repeats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2743200"/>
          </a:xfrm>
          <a:prstGeom prst="roundRect">
            <a:avLst>
              <a:gd name="adj" fmla="val 3000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3858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  ·  Part 3에서 다시 볼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4133088"/>
            <a:ext cx="105156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2026-09-10T05:25:11Z</dcterms:created>
  <dcterms:modified xsi:type="dcterms:W3CDTF">2026-09-10T05:25:11Z</dcterms:modified>
</cp:coreProperties>
</file>
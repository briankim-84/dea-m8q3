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JANDI · CLASS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Sentence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whole sentence at a time. That's the whole plan.  </a:t>
            </a:r>
            <a:pPr indent="0" marL="0">
              <a:buNone/>
            </a:pPr>
            <a:r>
              <a:rPr lang="en-US" sz="14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한 문장씩, 끝까지.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Nice to Meet You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부담 갖지 마세요. 그냥 얘기하면 돼요.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02536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name?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live now?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been there?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like it there?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weather like today?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at home with you?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69164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87452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19456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name is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저는 ~예요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My name is Jandi.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live in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저는 ~에 살아요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 live in Jakarta.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here for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 온 지 ~ 됐어요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I've been here for four years.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2960" y="5376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Normal 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02536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do you wake up?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in the morning?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cook, or eat out?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for fun?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work, or stay home?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best part of your day?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169164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87452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9456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usually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저는 보통 ~해요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 usually wake up at seven.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morning, I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아침에는 ~해요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In the morning, I make coffee.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favorite part is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제일 좋은 건 ~예요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My favorite part is the evening.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2578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376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THERE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Years in Indonesia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02536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Indonesia?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speak English there?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you need it most?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hard to shop or order food?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Korean friends there?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miss about Korea?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169164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87452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9456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came here because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때문에 왔어요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We came here because of my husband's work.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English when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~할 때 영어를 써요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 use English when I go to the hospital.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miss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~가 그리워요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 miss my family.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2578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376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FAMILY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Little 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02536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your baby.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 or girl? How old?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he do all day?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school are you thinking about?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he start?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worries you about the English part?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169164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87452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9456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~ months old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~개월이에요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He is nineteen months old.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likes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~를 좋아해요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He likes cars.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little worried about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~가 좀 걱정돼요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I'm a little worried about the meetings.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2578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376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Next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sentences, not single words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단어 하나가 아니라 문장 하나를 끝까지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built around your life — school, the baby, your days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수업은 잔디 님 생활로 만들어요 — 학교, 아기, 하루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review tools after every class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수업마다 복습 자료가 따로 만들어져요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30952" cy="2194560"/>
          </a:xfrm>
          <a:prstGeom prst="roundRect">
            <a:avLst>
              <a:gd name="adj" fmla="val 37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20116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last question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to be able to say first?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제일 먼저 말할 수 있게 되고 싶은 게 뭐예요?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11091672" cy="2011680"/>
          </a:xfrm>
          <a:prstGeom prst="roundRect">
            <a:avLst>
              <a:gd name="adj" fmla="val 4091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22960" y="44165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2026-09-01T23:36:00Z</dcterms:created>
  <dcterms:modified xsi:type="dcterms:W3CDTF">2026-09-01T23:36:00Z</dcterms:modified>
</cp:coreProperties>
</file>
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JANDI · CLASS 2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My Day, Whole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One day, start to finish — one sentence at a time.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MORNING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When You Wake Up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time do you wake up?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Who wakes up first — you or the baby?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 eat for breakfast?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does the baby eat?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Q5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 do after breakfast?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wake up at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저는 ~에 일어나요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I wake up at six.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baby wakes up before me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아기가 저보다 먼저 일어나요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make ~ for breakfast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아침으로 ~를 만들어요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I make eggs for breakfast.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After breakfast, I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아침 먹고 나서 ~해요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After breakfast, I clean up.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DAYTIME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During the Day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Where do you go in the day?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you go out with the baby?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does the baby like to do?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you meet anyone?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Q5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When does the baby sleep?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go to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저희는 ~에 가요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We go to the park.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 likes to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아기는 ~하는 걸 좋아해요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He likes to play with cars.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 sleeps at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~에 자요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He sleeps at one.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While he sleeps, I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아기가 자는 동안 저는 ~해요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While he sleeps, I rest.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EVENING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When It Gets Dark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time does your husband come home?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Who cooks dinner?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did you eat last night?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do you do after dinner?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Q5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time does the baby sleep?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 comes home at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남편은 ~에 와요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He comes home at seven.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cook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제가 ~를 만들어요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I cook Korean food.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Last night we ate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어젯밤엔 ~를 먹었어요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Last night we ate chicken.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After dinner, we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저녁 먹고 나서 저희는 ~해요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e.g. After dinner, we watch TV.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ALL TOGETHER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Your Whole Day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Now tell me your whole day — from morning to night.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 it again — you can do it.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First,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먼저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Then,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그다음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After that,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그러고 나서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 the evening,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저녁에는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Finally,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마지막으로 ~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2026-09-10T13:49:02Z</dcterms:created>
  <dcterms:modified xsi:type="dcterms:W3CDTF">2026-09-10T13:49:02Z</dcterms:modified>
</cp:coreProperties>
</file>
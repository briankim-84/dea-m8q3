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20BF725E-A2F5-4ACE-B898-8725AAEE7A95}"/>
    <pc:docChg chg="undo custSel modSld">
      <pc:chgData name="Brian Kim" userId="bfb6c6aebdabc740" providerId="LiveId" clId="{20BF725E-A2F5-4ACE-B898-8725AAEE7A95}" dt="2026-09-06T09:52:46.508" v="275" actId="20577"/>
      <pc:docMkLst>
        <pc:docMk/>
      </pc:docMkLst>
      <pc:sldChg chg="addSp modSp mod">
        <pc:chgData name="Brian Kim" userId="bfb6c6aebdabc740" providerId="LiveId" clId="{20BF725E-A2F5-4ACE-B898-8725AAEE7A95}" dt="2026-09-06T09:52:46.508" v="275" actId="20577"/>
        <pc:sldMkLst>
          <pc:docMk/>
          <pc:sldMk cId="0" sldId="257"/>
        </pc:sldMkLst>
        <pc:spChg chg="add mod">
          <ac:chgData name="Brian Kim" userId="bfb6c6aebdabc740" providerId="LiveId" clId="{20BF725E-A2F5-4ACE-B898-8725AAEE7A95}" dt="2026-09-06T09:52:46.508" v="275" actId="20577"/>
          <ac:spMkLst>
            <pc:docMk/>
            <pc:sldMk cId="0" sldId="257"/>
            <ac:spMk id="11" creationId="{8998A73D-4DEC-4EFF-8546-CA685ADDD3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6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BYUNGSEOK · CLASS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Go, Master of Sommelier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Wine, work, and the score you're after.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to Know Each Other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your week been?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keeping you busy at LG?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 you do when you're not working?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a ~ week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~한 한 주였어요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time goes into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대부분이 ~에 들어가요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work, I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밖에서는 ~해요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8A73D-4DEC-4EFF-8546-CA685ADDD362}"/>
              </a:ext>
            </a:extLst>
          </p:cNvPr>
          <p:cNvSpPr txBox="1"/>
          <p:nvPr/>
        </p:nvSpPr>
        <p:spPr>
          <a:xfrm>
            <a:off x="640080" y="5669280"/>
            <a:ext cx="10259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Part timer quit my wine bar so I had to work entire this week at my wine. I only sleep 6 hours. Wake up at 7:50am and be at work by 8:30am.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Webtoon, mobile game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Started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wine become more than just a drink for you?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drinking these days?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bottle you still remember?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people to talk wine with?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into it when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~하면서 빠졌어요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days I've been drinking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요즘은 ~를 마셔요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 still remember is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아직도 기억나는 건 ~예요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at LG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actually do there?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English show up in your day?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hardest part when it does?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or spoken — which one worries you more?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일해요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comes up when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~할 때 영어를 써요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is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어려운 건 ~예요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 First, AL Later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IH — what happens once you get it?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now, and by when do you want it?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part of the test that scares you?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 — what does that open up for you?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aiming for ~ by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~까지 ~를 목표로 하고 있어요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I'm around ~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~ 정도예요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worries me most is ~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걱정되는 건 ~예요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built around your world — wine, work, the test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수업은 병석 님 세계로 만들어요 — 와인, 일, 그리고 시험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first — you talk, I catch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말하기 먼저 — 말씀하시면 제가 잡아드려요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review tools after every class</a:t>
            </a:r>
            <a:endParaRPr lang="en-US" sz="17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수업마다 복습 자료가 따로 만들어져요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3095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20116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finish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to be able to do first?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먼저 할 수 있게 되고 싶은 게 뭐예요?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493</Words>
  <Application>Microsoft Office PowerPoint</Application>
  <PresentationFormat>와이드스크린</PresentationFormat>
  <Paragraphs>83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2026-09-03T23:34:06Z</dcterms:created>
  <dcterms:modified xsi:type="dcterms:W3CDTF">2026-09-06T13:31:48Z</dcterms:modified>
</cp:coreProperties>
</file>
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COF · CLASS 2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Behind the Bar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shops in Yeouido, and everything that goes into them.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SHOPS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물방울 and Last Bottle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Tell me about 물방울 — what kind of place is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And Last Bottle — how does an unmanned shop even work?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two, and not one bigger 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comes in on a Tuesday night?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small place 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여의도에 있는 작은 곳이에요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seat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 앉아요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no staff — people just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직원이 없고 손님이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two work differently because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둘은 ~라서 다르게 돌아가요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a weeknight it's mostly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평일 밤엔 주로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there ~ nights a week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일주일에 ~번 나가요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expand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flexible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SHELF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 Stock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decide what to stock?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sells that you didn't expect?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sits there and doesn't move?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much do you keep in the back?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buy based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보고 들여요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moves fastest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빨리 나가는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was wrong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제 예상이 틀렸어요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 bottles just sit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 나가는 병도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keep about ~ in storage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창고엔 ~ 정도 둬요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run out than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~하느니 품절이 나아요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purchase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47088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shelf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5750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85750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storage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CUSTOMER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“Recommend Me Something”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says “recommend me something.” What do you ask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They want something cheap but good. What do you give them?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customer doesn't like what you picked. Then what?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Has anyone ever taught you something about wine?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926080"/>
          </a:xfrm>
          <a:prstGeom prst="roundRect">
            <a:avLst>
              <a:gd name="adj" fmla="val 281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usually drink?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평소에 뭐 드세요?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Are you eating something with 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음식이랑 같이 드세요?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that price, I'd go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가격이면 ~로 갈게요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open something else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다른 걸 열어드릴게요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fair — it's not for everyone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그럴 수 있어요, 다 맞진 않죠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customer once told me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어떤 손님이 ~라고 하셨어요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recommend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4310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94310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prefer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49524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049524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satisfaction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RUNNING IT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Two Jobs at Once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hardest part of running a place while working full time?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change if you had more time?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ever do it full time?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the shop give you that the office doesn't?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hardest part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힘든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I had more time, I'd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시간이 더 있으면 ~할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thought about it,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생각은 해봤는데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gives me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거기선 ~를 얻어요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At the office I'm ~, at the bar I'm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회사에선 ~, 가게에선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budget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arrangement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2026-09-17T03:25:04Z</dcterms:created>
  <dcterms:modified xsi:type="dcterms:W3CDTF">2026-09-17T03:25:04Z</dcterms:modified>
</cp:coreProperties>
</file>
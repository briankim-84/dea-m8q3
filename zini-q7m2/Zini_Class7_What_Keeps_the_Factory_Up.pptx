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172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96D4ED51-0EF0-43A6-9C02-42A832D655B0}"/>
    <pc:docChg chg="undo custSel modSld">
      <pc:chgData name="Brian Kim" userId="bfb6c6aebdabc740" providerId="LiveId" clId="{96D4ED51-0EF0-43A6-9C02-42A832D655B0}" dt="2026-08-31T15:06:29.601" v="540" actId="20577"/>
      <pc:docMkLst>
        <pc:docMk/>
      </pc:docMkLst>
      <pc:sldChg chg="modSp mod">
        <pc:chgData name="Brian Kim" userId="bfb6c6aebdabc740" providerId="LiveId" clId="{96D4ED51-0EF0-43A6-9C02-42A832D655B0}" dt="2026-08-31T14:40:28.879" v="206" actId="20577"/>
        <pc:sldMkLst>
          <pc:docMk/>
          <pc:sldMk cId="0" sldId="257"/>
        </pc:sldMkLst>
        <pc:spChg chg="mod">
          <ac:chgData name="Brian Kim" userId="bfb6c6aebdabc740" providerId="LiveId" clId="{96D4ED51-0EF0-43A6-9C02-42A832D655B0}" dt="2026-08-31T14:40:28.879" v="206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96D4ED51-0EF0-43A6-9C02-42A832D655B0}" dt="2026-08-31T14:52:22.306" v="418" actId="20577"/>
        <pc:sldMkLst>
          <pc:docMk/>
          <pc:sldMk cId="0" sldId="258"/>
        </pc:sldMkLst>
        <pc:spChg chg="mod">
          <ac:chgData name="Brian Kim" userId="bfb6c6aebdabc740" providerId="LiveId" clId="{96D4ED51-0EF0-43A6-9C02-42A832D655B0}" dt="2026-08-31T14:52:22.306" v="418" actId="20577"/>
          <ac:spMkLst>
            <pc:docMk/>
            <pc:sldMk cId="0" sldId="258"/>
            <ac:spMk id="19" creationId="{00000000-0000-0000-0000-000000000000}"/>
          </ac:spMkLst>
        </pc:spChg>
      </pc:sldChg>
      <pc:sldChg chg="modSp mod">
        <pc:chgData name="Brian Kim" userId="bfb6c6aebdabc740" providerId="LiveId" clId="{96D4ED51-0EF0-43A6-9C02-42A832D655B0}" dt="2026-08-31T14:59:02.919" v="454" actId="20577"/>
        <pc:sldMkLst>
          <pc:docMk/>
          <pc:sldMk cId="0" sldId="259"/>
        </pc:sldMkLst>
        <pc:spChg chg="mod">
          <ac:chgData name="Brian Kim" userId="bfb6c6aebdabc740" providerId="LiveId" clId="{96D4ED51-0EF0-43A6-9C02-42A832D655B0}" dt="2026-08-31T14:59:02.919" v="454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 mod">
        <pc:chgData name="Brian Kim" userId="bfb6c6aebdabc740" providerId="LiveId" clId="{96D4ED51-0EF0-43A6-9C02-42A832D655B0}" dt="2026-08-31T15:06:29.601" v="540" actId="20577"/>
        <pc:sldMkLst>
          <pc:docMk/>
          <pc:sldMk cId="0" sldId="260"/>
        </pc:sldMkLst>
        <pc:spChg chg="mod">
          <ac:chgData name="Brian Kim" userId="bfb6c6aebdabc740" providerId="LiveId" clId="{96D4ED51-0EF0-43A6-9C02-42A832D655B0}" dt="2026-08-31T15:06:29.601" v="540" actId="20577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254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ZINI · CLASS 7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Keeps the Factory Up at Night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risks every factory knows. Which one is yours?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How's the week? Anything new on the Autry side?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confirmed — or still waiting?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377440"/>
          </a:xfrm>
          <a:prstGeom prst="roundRect">
            <a:avLst>
              <a:gd name="adj" fmla="val 3462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still waiting on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아직 ~를 기다리는 중이에요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confirmed that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확정됐어요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1076" y="445312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1076" y="44531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 much better / felt more comfortable / faith / it’s confirmed that red color will not be accepted / subjective matters when it comes to confirming colors / experts / 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1 —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 and the Clock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 prices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EVA, 고무, 접착제 — 오르면 마진이 먼저 웁니다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24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dates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납기 — 하나가 밀리면 전부가 밀리는 날짜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two has hit you before?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happened, and what did it cost you?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8308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hit by ~ before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전에 ~를 겪은 적 있어요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~ slips, ~ follows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밀리면 ~가 따라와요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estimate went from ~ to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견적이 ~에서 ~로 갔어요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559052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59052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22960" y="5376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continue to chase / customer sometimes don’t provide the deadline / Those smaller factories/companies usually have the fixed schedule but too flexible / accompany / 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3 —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and Money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bad batch comes back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클레임 — 컨테이너가 되돌아오는 악몽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32888"/>
            <a:ext cx="5257800" cy="841248"/>
          </a:xfrm>
          <a:prstGeom prst="roundRect">
            <a:avLst>
              <a:gd name="adj" fmla="val 8696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243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exchange rate moves</a:t>
            </a:r>
            <a:endParaRPr lang="en-US" sz="1450" dirty="0"/>
          </a:p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 — 계약서엔 없는 네 번째 파트너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keeps your factory up at night?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 so it doesn't happen again?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600200"/>
            <a:ext cx="5605272" cy="2286000"/>
          </a:xfrm>
          <a:prstGeom prst="roundRect">
            <a:avLst>
              <a:gd name="adj" fmla="val 3600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8308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5056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keeps us up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제일 신경 쓰이는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~, we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막으려고 ~해요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22960" y="53766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6692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shifts / mid-tier manager / 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Telling Autry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explain a problem to Autry — before they ask?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promise, and what do you never promise?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651760"/>
          </a:xfrm>
          <a:prstGeom prst="roundRect">
            <a:avLst>
              <a:gd name="adj" fmla="val 31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handle it by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~로 대응해요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promise is ~</a:t>
            </a:r>
            <a:endParaRPr lang="en-US" sz="15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약속드릴 수 있는 건 ~예요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flag it early than ~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~하느니 미리 알려드리는 게 낫죠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453128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453128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2395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Autry, everything should be possible. Nothing can’t be promised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446</Words>
  <Application>Microsoft Office PowerPoint</Application>
  <PresentationFormat>와이드스크린</PresentationFormat>
  <Paragraphs>77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5</cp:revision>
  <dcterms:created xsi:type="dcterms:W3CDTF">2026-08-31T00:59:17Z</dcterms:created>
  <dcterms:modified xsi:type="dcterms:W3CDTF">2026-09-01T00:00:17Z</dcterms:modified>
</cp:coreProperties>
</file>
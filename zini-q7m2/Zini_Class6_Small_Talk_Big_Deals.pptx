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웜업 자체가 오늘 주제의 축소판. journey·inform 단어 자연 노출. Zini의 실제 근황(이태리 출장, 샘플 발송)을 소재로.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관계 유지 표현 전반부. 예문에 abroad·finance·device·partner 심음 (한 문장 하나씩).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표현 5개 직후 바로 롤플레이. Brian = Autry 담당자. 2라운드에서 주도권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후반부: 시장 얘기로 신뢰 쌓기. insurance·careful·calm·definitely 심음.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라운드 2는 Part 1+2 통합 풀런. 마무리는 Say hi to ~ / Either way, we'll be ready로 자연 종료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회차 예고 = The Reorder (견적·납기 협상). 오늘 쌓은 관계 위에서 협상 들어가는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 · CLASS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Talk, Big Deals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minutes before business — where partnerships actually live.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AA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1011936"/>
          </a:xfrm>
          <a:prstGeom prst="roundRect">
            <a:avLst>
              <a:gd name="adj" fmla="val 6325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92808"/>
            <a:ext cx="1017727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was the journey back from Italy?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968752"/>
            <a:ext cx="10725912" cy="1011936"/>
          </a:xfrm>
          <a:prstGeom prst="roundRect">
            <a:avLst>
              <a:gd name="adj" fmla="val 6325"/>
            </a:avLst>
          </a:prstGeom>
          <a:solidFill>
            <a:srgbClr val="16273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32760"/>
            <a:ext cx="1017727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to inform you early — samples went out Monday.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4108704"/>
            <a:ext cx="10725912" cy="1011936"/>
          </a:xfrm>
          <a:prstGeom prst="roundRect">
            <a:avLst>
              <a:gd name="adj" fmla="val 6325"/>
            </a:avLst>
          </a:prstGeom>
          <a:solidFill>
            <a:srgbClr val="1627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172712"/>
            <a:ext cx="1017727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new on your side since we last talked?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9AA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in full sentences — this is already the lesson.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CHECKING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the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55648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just thinking about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마침 ~ 생각하던 참이었어요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125066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just thinking about your trip abroad.”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686507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50515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~ turn out?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어떻게 됐어요?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119933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fitting with the new sole turn out?”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681374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45382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been hearing a lot about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요즘 ~ 얘기 많이 들려요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“We've been hearing a lot about finance costs going up.”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76242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40250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How's ~ treating you?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쓸 만해요? / 잘돼 가요?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109667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“How's the new cutting device treating you?”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671109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735117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hi to ~ for me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~한테 안부 전해줘요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6104534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“Say hi to your partner for me.”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Five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2011680"/>
          </a:xfrm>
          <a:prstGeom prst="roundRect">
            <a:avLst>
              <a:gd name="adj" fmla="val 3636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Scene.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Autry contact calls before the season kicks off. No orders on the table yet — just two people who work together, catching up.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</a:t>
            </a:r>
            <a:pPr indent="0" marL="0">
              <a:buNone/>
            </a:pPr>
            <a:r>
              <a:rPr lang="en-US" sz="16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calls — open with two Checking In lines.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</a:t>
            </a:r>
            <a:pPr indent="0" marL="0">
              <a:buNone/>
            </a:pPr>
            <a:r>
              <a:rPr lang="en-US" sz="16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Brian opens, you keep the talk alive for two minutes.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READING THE 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Business Without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55648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Everyone's talking about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다들 ~ 얘기예요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125066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“Everyone's talking about insurance costs these days.”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686507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50515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our end, we're seeing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우리 쪽에선 ~가 보여요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119933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our end, we're seeing more careful ordering.”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681374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45382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wouldn't be surprised if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~해도 놀랍지 않아요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wouldn't be surprised if prices calm down next quarter.”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76242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40250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you and me,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우리끼리 얘기지만 ~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109667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“Between you and me, next season looks busy.”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671109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735117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 way, we'll be ready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어느 쪽이든 준비돼 있을 거예요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6104534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“Either way — definitely ready.”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Weather to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2011680"/>
          </a:xfrm>
          <a:prstGeom prst="roundRect">
            <a:avLst>
              <a:gd name="adj" fmla="val 3636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Scene.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ten minutes in. The small talk turns to the market — costs, the next season, what you're both seeing.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</a:t>
            </a:r>
            <a:pPr indent="0" marL="0">
              <a:buNone/>
            </a:pPr>
            <a:r>
              <a:rPr lang="en-US" sz="16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raises a market topic — respond with Part 2 lines.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</a:t>
            </a:r>
            <a:pPr indent="0" marL="0">
              <a:buNone/>
            </a:pPr>
            <a:r>
              <a:rPr lang="en-US" sz="16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run: greet, check in, read the market, close warmly.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Deals get signed at the table.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 get built in the five minutes before 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Autry places the reorder — quotes, lead times, and a little push and pull.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2026-08-23T23:35:44Z</dcterms:created>
  <dcterms:modified xsi:type="dcterms:W3CDTF">2026-08-23T23:35:44Z</dcterms:modified>
</cp:coreProperties>
</file>
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Brian이 한국어 제목을 읽음 → ② Sammy가 첫 표현으로 말함 → ③ 굵은 부분만 세 번 → ④ 두 번째·세 번째 표현으로 다시 → ⑤ REPEAT 세 문장 읽고 마지막에 자기 문장 하나. 두 장이 끝나면 말 네 개를 순서 없이 한국어로 던지기.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첫마디 여섯 개를 각각 세 번씩 소리 내서 → 예상 질문 여덟 개를 하나씩 읽어주면 Sammy가 첫마디를 고르고 그 첫마디부터 말함. 20분.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SAMMY · CLASS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Words for Thursday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things to say. Six ways to open when the question isn't one you planned for.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후 반품·교환·취소가 자동 반영되지 않는 게 근본 원인이다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that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returns, exchanges and cancellations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 automatically reflected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an order is placed.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down to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changes not flowing back into the order data.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starts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order ever reaches CS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that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the two systems don't talk to each other.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nobody owns the handover.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root cause is that I never set an alarm.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mall에서 들어온 요청이 주문 프로세스에 반영되지 못한다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changes an order on a third-party mall, that request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make it into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order process.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reaches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OMS.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lost between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mall and our system.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make it into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cancellation doesn't make it into the OMS.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Half of the feedback doesn't make it into the report.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Most of what I plan doesn't make it into my week.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CS가 수작업으로 임시로 막고 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for now, CS is covering it manually,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temporary measure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only ever meant to be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stopgap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clear from the start that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short-term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temporary measure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added a second check, as a temporary measure.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vendor took on the matching, as a temporary measure.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I'm working from the café, as a temporary measure.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Lotus 런칭 전에 EC Monitor 위에 개발됐어야 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been built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top of EC Monitor before the Lotus launch.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Ideally, this would have been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before launch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step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missed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preparation for Lotus, and we set up the manual process two days before go-live.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been built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This should have been built before launch.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report should have been built into the dashboard.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shelf should have been built a little higher.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CAN'T WAIT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Can't Wait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미팅 때부터 여러 번 부탁했다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raised this from the first meeting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several times since.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new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we've been flagging it since day one.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be clear that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has been on the table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months.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raised this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raised this in the first meeting.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raised this with IT twice in August.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 raised this with my landlord months ago.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한시였고, 이제 4개월 남았다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agreed on six months.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leaves us about four.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running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this.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the way through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window we agreed.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leaves us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about four months.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one vendor for both cut-offs.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That leaves us twenty minutes for lunch.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CAN'T WAIT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Can't Wait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TO-BE가 없으면 문제가 더 커진다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TO-BE process by then,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only gets bigger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stay where it is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compounds.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we wait,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it costs us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unwind.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gets bigger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Without a fix, the problem only gets bigger.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backlog only gets bigger every cut-off.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pile on my desk only gets bigger.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클레임이 늘고 있고, 주문량이 늘면 리스크가 커진다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seeing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claims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refund delays, cancellation delays and mis-shipments.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claims we're seeing are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workaround won't hold.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order volume grows, so does the exposure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including under the e-commerce act.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case 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hand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Excel, so errors get through even with checks.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~ grows, so does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order volume grows, so does the exposure.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the team grows, so does the coordination cost.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 the city grows, so does the traffic.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 ·  proof  ·  virtually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 BELONGS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Fix Belongs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편의상 다 CS라고 불렀지만, 정확히는 CS가 마지막 단계에서 막고 있는 것이다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convenience, we've been calling all of this "CS."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accurately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CS is holding it at the very last step, because Ecom IT &amp; Ops can't be fixed right now.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ends up, not where it starts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accurately,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CS is holding it at the last step.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it's a data issue, not a service issue.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accurately, I was late because I got lost.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앞단 Ecom OPS &amp; IT가 개선하면 CS 본기능이 제자리를 찾는다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front end is fixed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Ecom OPS &amp; IT,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can get back to its actual role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upstream, and CS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into place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emphasis should be on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it where the data breaks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back to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CS can get back to its actual role.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vendor can get back to handling calls.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 want to get back to running in the mornings.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FIX BELONGS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Fix Belongs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 →  repeat the bold ×3  →  say it two more ways  →  REPEAT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Ecom이 IT와 함께 주도해야 한다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propose Ecom undertake the TO-BE work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working with IT.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 is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placed to lead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should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Ecom and IT, with CS supporting.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placed to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Ecom is best placed to lead this.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IT is best placed to size the work.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She's best placed to explain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572768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CS가 시스템 진단·개선을 리딩하는 R&amp;R을 맡아선 안 된다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10912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shouldn't be the team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system diagnosis and fixes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need a clear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R&amp;R framework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anyone starts building.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the fix; </a:t>
            </a:r>
            <a:pPr indent="0" marL="0">
              <a:buNone/>
            </a:pPr>
            <a:r>
              <a:rPr lang="en-US" sz="13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own the build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046220"/>
            <a:ext cx="5010912" cy="0"/>
          </a:xfrm>
          <a:prstGeom prst="line">
            <a:avLst/>
          </a:prstGeom>
          <a:noFill/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19372"/>
            <a:ext cx="5010912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own ~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build.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mall integrations.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 don't own the parking lot, so we can't fix it.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undertake  · 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QUESTION COMES OUT OF NOWHERE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Ways to Open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one three times. Then take the questions on the right, one by one — pick an opener, and start from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1790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TIME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0992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question. Let me take a second on that.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make sure I answer the right question.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768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THEN TURN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take the point on ~. What I'd add is ~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true, and it's exactly why ~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358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ON HAND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2783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have that figure with me. I'll send it by ~.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give you the exact number than guess.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947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YOUR SCOPE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9867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sits outside CS, but from what I've seen, ~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speak to the CS side of that.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55371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BLAME TURNS TO YOU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4573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why it looks that way. The data breaks before it reaches CS.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last step, so we're where it shows up.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3126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FOR AN ANSWER NOW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50468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commit to ~. For ~, I'd need Ecom's input.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we put this on the agenda for the next steering meeting, with an owner and a date?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80960" y="1463040"/>
            <a:ext cx="3959352" cy="4480560"/>
          </a:xfrm>
          <a:prstGeom prst="roundRect">
            <a:avLst>
              <a:gd name="adj" fmla="val 1848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MIGHT ASK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192024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We don't have IT resources until next year.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Can't CS just keep doing it?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Why wasn't this raised earlier?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How much is this actually costing us?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Is this a vendor problem?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What does the TO-BE look like?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Can you cut the error rate in the meantime?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Who agreed to six months?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2026-09-25T15:06:30Z</dcterms:created>
  <dcterms:modified xsi:type="dcterms:W3CDTF">2026-09-25T15:06:30Z</dcterms:modified>
</cp:coreProperties>
</file>
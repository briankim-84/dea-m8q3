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첫마디 여섯 개를 각각 세 번씩 소리 내서 → 예상 질문 여덟 개를 하나씩 읽어주면 Sammy가 첫마디를 고르고 그 첫마디부터 말함. 20분.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SAMMY · CLASS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Words for Thursday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things to say. Six ways to open when the question isn't one you planned for.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Broken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후 반품·교환·취소가 자동 반영되지 않는 게 근본 원인이다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is that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returns, exchanges and cancellations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 automatically reflected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an order is placed.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근본 원인은 주문 후 반품·교환·취소가 자동으로 반영되지 않는다는 거예요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down to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changes not flowing back into the order data.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결국 주문 변경이 주문 데이터로 되돌아오지 않는 문제예요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starts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order ever reaches CS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문제는 주문이 CS에 오기 전에 시작돼요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is that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root cause is that the two systems don't talk to each other.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근본 원인은 두 시스템이 서로 연동되지 않는 거예요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root cause is that nobody owns the handover.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근본 원인은 인수인계를 아무도 책임지지 않는 거예요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root cause is that I never set an alarm.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근본 원인은 제가 알람을 안 맞춘 거예요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mall에서 들어온 요청이 주문 프로세스에 반영되지 못한다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changes an order on a third-party mall, that request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make it into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order process.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고객이 외부 몰에서 주문을 바꾸면, 그 요청이 우리 주문 프로세스로 들어오지 못해요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reaches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OMS.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 요청은 OMS까지 도달하지 않아요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lost between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mall and our system.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몰과 우리 시스템 사이에서 사라져요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336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make it into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cancellation doesn't make it into the OMS.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취소가 OMS로 들어오지 않아요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Half of the feedback doesn't make it into the report.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피드백 절반이 보고서에 들어가지 않아요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Most of what I plan doesn't make it into my week.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계획한 것 대부분이 실제 한 주에 들어가지 못해요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Broken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CS가 수작업으로 임시로 막고 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for now, CS is covering it manually,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temporary measure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그래서 지금은 CS가 임시 조치로 수작업으로 막고 있어요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only ever meant to be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stopgap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처음부터 임시방편으로만 생각했던 거예요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clear from the start that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short-term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처음부터 단기적이라고 분명히 해왔어요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temporary measure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added a second check, as a temporary measure.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임시 조치로 2차 확인을 추가했어요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vendor took on the matching, as a temporary measure.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임시 조치로 벤더가 매칭을 맡았어요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I'm working from the café, as a temporary measure.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임시로 카페에서 일하고 있어요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Lotus 런칭 전에 EC Monitor 위에 개발됐어야 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been built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top of EC Monitor before the Lotus launch.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이건 Lotus 런칭 전에 EC Monitor 위에 개발됐어야 했어요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Ideally, this would have been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before launch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원래는 런칭 전에 갖춰져 있었어야 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step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missed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preparation for Lotus, and we set up the manual process two days before go-live.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Lotus 준비 과정에서 그 단계가 빠졌고, 런칭 이틀 전에 수작업 프로세스를 세팅했어요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336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been built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This should have been built before launch.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이건 런칭 전에 만들어졌어야 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report should have been built into the dashboard.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 보고서는 대시보드에 들어가 있었어야 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shelf should have been built a little higher.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선반을 조금 더 높게 달았어야 했어요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CAN'T WAIT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Can't Wait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미팅 때부터 여러 번 부탁했다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raised this from the first meeting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several times since.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첫 미팅부터 이 얘기를 꺼냈고, 그 뒤로도 여러 번 말했어요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new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we've been flagging it since day one.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새로운 얘기가 아니에요. 첫날부터 계속 알려왔어요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be clear that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been on the table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months.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 건이 몇 달째 논의 테이블에 올라와 있었다는 걸 분명히 하고 싶어요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raised this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raised this in the first meeting.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첫 미팅에서 이 얘기를 꺼냈어요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raised this with IT twice in August.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8월에 IT에 두 번 얘기했어요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 raised this with my landlord months ago.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몇 달 전에 집주인한테 이 얘기를 했어요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한시였고, 이제 4개월 남았다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agreed on six months.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leaves us about four.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6개월로 합의했어요. 이제 4개월 정도 남았어요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is running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this.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시간이 가고 있어요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the way through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window we agreed.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합의한 기간의 3분의 1이 벌써 지났어요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336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leaves us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That leaves us about four months.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그러면 4개월 정도 남아요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That leaves us one vendor for both cut-offs.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그러면 두 컷오프를 벤더 하나가 맡게 돼요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That leaves us twenty minutes for lunch.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그러면 점심 시간이 20분 남아요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CAN'T WAIT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Can't Wait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TO-BE가 없으면 문제가 더 커진다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TO-BE process by then,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only gets bigger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그때까지 TO-BE 프로세스가 없으면 문제는 커지기만 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stay where it is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compounds.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이건 제자리에 머물지 않아요. 누적돼요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we wait,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it costs us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unwind.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오래 둘수록 되돌리는 비용이 커져요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gets bigger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Without a fix, the problem only gets bigger.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고치지 않으면 문제는 커지기만 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backlog only gets bigger every cut-off.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컷오프마다 밀린 건이 늘기만 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pile on my desk only gets bigger.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책상 위 서류 더미가 늘기만 해요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클레임이 늘고 있고, 주문량이 늘면 리스크가 커진다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seeing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claims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refund delays, cancellation delays and mis-shipments.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환불 지연, 취소 지연, 오배송 클레임이 이미 많이 들어오고 있어요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claims we're seeing are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workaround won't hold.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들어오는 클레임이 이 임시 방식이 버티지 못한다는 증거예요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order volume grows, so does the exposure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including under the e-commerce act.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주문량이 늘면 리스크도 늘어요. 전자상거래법 위험도요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 case is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hand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 Excel, so errors get through even with checks.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거의 모든 건을 엑셀로 손으로 매칭하니까, 확인해도 오류가 새요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336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~ grows, so does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 order volume grows, so does the exposure.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주문량이 늘면 리스크도 늘어요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 the team grows, so does the coordination cost.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팀이 커지면 조율 비용도 늘어요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 the city grows, so does the traffic.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도시가 커지면 교통량도 늘어요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 ·  proof  ·  virtually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FIX BELONGS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Fix Belongs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편의상 다 CS라고 불렀지만, 정확히는 CS가 마지막 단계에서 막고 있는 것이다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convenience, we've been calling all of this "CS."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편의상 이걸 전부 'CS'라고 불러왔어요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accurately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CS is holding it at the very last step, because Ecom IT &amp; Ops can't be fixed right now.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정확히는, Ecom IT·운영을 당장 못 고치니까 CS가 맨 마지막 단계에서 막고 있는 거예요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is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ends up, not where it starts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CS는 문제가 끝나는 곳이지, 시작되는 곳이 아니에요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accurately,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accurately, CS is holding it at the last step.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정확히는, CS가 마지막 단계에서 막고 있는 거예요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accurately, it's a data issue, not a service issue.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정확히는, 서비스 문제가 아니라 데이터 문제예요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accurately, I was late because I got lost.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정확히는, 길을 잃어서 늦은 거예요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앞단 Ecom OPS &amp; IT가 개선하면 CS 본기능이 제자리를 찾는다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front end is fixed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Ecom OPS &amp; IT,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can get back to its actual role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Ecom 운영·IT에서 앞단이 고쳐지면 CS는 본래 역할로 돌아갈 수 있어요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upstream, and CS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into place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앞단을 고치면 CS는 자연히 제자리로 가요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emphasis should be on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 where the data breaks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데이터가 끊기는 곳을 고치는 데 중점을 둬야 해요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336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to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 can get back to its actual role.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CS가 본래 역할로 돌아갈 수 있어요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vendor can get back to handling calls.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벤더는 전화 응대로 돌아갈 수 있어요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 want to get back to running in the mornings.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아침에 달리기를 다시 하고 싶어요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FIX BELONGS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Fix Belongs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Ecom이 IT와 함께 주도해야 한다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propose Ecom undertake the TO-BE work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working with IT.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Ecom이 IT와 함께 TO-BE 작업을 맡는 걸 제안해요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 is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placed to lead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이건 Ecom이 주도하기에 가장 적합해요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should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Ecom and IT, with CS supporting.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이건 Ecom과 IT가 맡고, CS가 지원하는 게 맞아요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placed to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Ecom is best placed to lead this.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이건 Ecom이 주도하기에 가장 적합해요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IT is best placed to size the work.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작업 규모는 IT가 산정하기에 가장 적합해요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She's best placed to explain it.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그건 그 사람이 설명하기에 가장 적합해요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50876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CS가 시스템 진단·개선을 리딩하는 R&amp;R을 맡아선 안 된다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011680"/>
            <a:ext cx="5065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shouldn't be the team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system diagnosis and fixes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시스템 진단과 수정을 CS가 주도해서는 안 돼요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need a clear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R&amp;R framework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anyone starts building.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개발을 시작하기 전에 명확한 R&amp;R 체계가 필요해요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the fix;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own the build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수정은 지원하지만, 개발의 주체는 저희가 아니에요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3368" y="4389120"/>
            <a:ext cx="5065776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453128"/>
            <a:ext cx="5065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own ~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don't own the build.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개발은 저희 담당이 아니에요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don't own the mall integrations.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몰 연동은 저희 담당이 아니에요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don't own the parking lot, so we can't fix it.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주차장은 저희 소유가 아니라서 못 고쳐요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undertake  · 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QUESTION COMES OUT OF NOWHERE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Ways to Open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each one three times. Then take the questions on the right, one by one — pick an opener, and start from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TIME · 시간 벌기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824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question. Let me take a second on that.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질문이에요. 잠깐 생각해볼게요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make sure I answer the right question.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질문을 제대로 이해하고 답할게요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6771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ACKNOWLEDGE, THEN TURN · 인정하고 돌리기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414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take the point on ~. What I'd add is ~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맞는 말씀이에요. 덧붙이자면 ~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true, and it's exactly why ~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맞아요, 그래서 더욱 ~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2666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ON HAND · 숫자가 없을 때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00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have that figure with me. I'll send it by ~.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수치는 지금 없어요. ~까지 보내드릴게요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give you the exact number than guess.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추측보다는 정확한 숫자를 드리고 싶어요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8561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YOUR SCOPE · 내 범위 밖일 때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959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sits outside CS, but from what I've seen, ~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그건 CS 범위 밖이지만, 제가 본 바로는 ~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speak to the CS side of that.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쪽 입장에서는 말씀드릴 수 있어요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4456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BLAME TURNS TO YOU · 탓이 돌아올 때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183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why it looks that way. The data breaks before it reaches CS.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그렇게 보이는 건 이해해요. 데이터는 CS에 오기 전에 끊겨요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last step, so we're where it shows up.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마지막 단계라서, 문제가 저희한테서 드러나는 거예요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3035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FOR AN ANSWER NOW · 당장 확답을 요구받을 때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4772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commit to ~. For ~, I'd need Ecom's input.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약속드릴 수 있어요. ~는 Ecom 의견이 필요해요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we put this on the agenda for the next steering meeting, with an owner and a date?  </a:t>
            </a:r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운영회의 안건으로 올려서 담당자와 날짜를 정하면 어떨까요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80960" y="1463040"/>
            <a:ext cx="3959352" cy="4480560"/>
          </a:xfrm>
          <a:prstGeom prst="roundRect">
            <a:avLst>
              <a:gd name="adj" fmla="val 1848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MIGHT ASK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1901952"/>
            <a:ext cx="35661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We don't have IT resources until next year.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내년까지 IT 인력이 없어요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Can't CS just keep doing it?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CS가 그냥 계속 하면 안 되나요?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Why wasn't this raised earlier?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왜 진작 말하지 않았나요?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How much is this actually costing us?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실제 비용이 얼마나 되나요?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Is this a vendor problem?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벤더 문제 아닌가요?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What does the TO-BE look like?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TO-BE는 어떤 모습인가요?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Can you cut the error rate in the meantime?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그동안 오류율을 줄일 수 있나요?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Who agreed to six months?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6개월은 누가 합의했나요?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2026-09-27T04:37:49Z</dcterms:created>
  <dcterms:modified xsi:type="dcterms:W3CDTF">2026-09-27T04:37:49Z</dcterms:modified>
</cp:coreProperties>
</file>
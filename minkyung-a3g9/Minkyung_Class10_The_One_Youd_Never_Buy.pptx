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9659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MINKYUNG · CLASS 10</a:t>
            </a:r>
            <a:endParaRPr lang="en-US" sz="16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822960" y="237744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The One You'd Never Buy</a:t>
            </a:r>
            <a:endParaRPr lang="en-US" sz="44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822960" y="35661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Saying no, honestly — the hardest thing to do politely.</a:t>
            </a:r>
            <a:endParaRPr lang="en-US" sz="17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822960" y="6126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E7F9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Do English with Brian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WARM-UP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Catching Up</a:t>
            </a:r>
            <a:endParaRPr lang="en-US" sz="30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QUESTIONS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548640" y="1865376"/>
            <a:ext cx="5257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Q1 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How was the week — anything you filmed?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Q2 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Anything new that landed on your desk?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035040" y="1554480"/>
            <a:ext cx="5605272" cy="2011680"/>
          </a:xfrm>
          <a:prstGeom prst="roundRect">
            <a:avLst>
              <a:gd name="adj" fmla="val 4091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6309360" y="1737360"/>
            <a:ext cx="5056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TOOLBOX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6309360" y="2057400"/>
            <a:ext cx="505663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This week I got to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이번 주엔 ~하게 됐어요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I've been meaning to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~하려고 벼르고 있었어요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48640" y="5303520"/>
            <a:ext cx="11091672" cy="1188720"/>
          </a:xfrm>
          <a:prstGeom prst="roundRect">
            <a:avLst>
              <a:gd name="adj" fmla="val 6923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dash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822960" y="541324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CAUGHT TODAY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822960" y="5687568"/>
            <a:ext cx="1051560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endParaRPr lang="ko-KR" sz="1400" dirty="0"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OVERRATED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What's Not Worth It</a:t>
            </a:r>
            <a:endParaRPr lang="en-US" sz="30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QUESTIONS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548640" y="1865376"/>
            <a:ext cx="5257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Q1 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What's overrated right now?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Q2 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Why do people still buy it?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Q3 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What would you tell a friend who's about to?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035040" y="1554480"/>
            <a:ext cx="5605272" cy="2743200"/>
          </a:xfrm>
          <a:prstGeom prst="roundRect">
            <a:avLst>
              <a:gd name="adj" fmla="val 3000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6309360" y="1737360"/>
            <a:ext cx="5056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TOOLBOX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6309360" y="2057400"/>
            <a:ext cx="5056632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It's not worth the price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그 값은 아니에요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You're paying for the name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이름값을 내는 거죠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It looks better than it wears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보기엔 좋은데 막상 쓰면 아니에요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I'd put that money into ~ instead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그 돈이면 차라리 ~요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If you already own ~, skip it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이미 ~가 있다면 넘기세요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48640" y="5303520"/>
            <a:ext cx="11091672" cy="1188720"/>
          </a:xfrm>
          <a:prstGeom prst="roundRect">
            <a:avLst>
              <a:gd name="adj" fmla="val 6923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dash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822960" y="541324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CAUGHT TODAY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822960" y="5687568"/>
            <a:ext cx="1051560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endParaRPr lang="ko-KR" sz="1400" dirty="0"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SAYING NO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Turning Something Down</a:t>
            </a:r>
            <a:endParaRPr lang="en-US" sz="30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QUESTIONS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548640" y="1865376"/>
            <a:ext cx="5257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Q1 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Have you ever turned down a brand? Why?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Q2 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How do you say no without burning the bridge?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Q3 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What would you never put on camera?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035040" y="1554480"/>
            <a:ext cx="5605272" cy="2743200"/>
          </a:xfrm>
          <a:prstGeom prst="roundRect">
            <a:avLst>
              <a:gd name="adj" fmla="val 3000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6309360" y="1737360"/>
            <a:ext cx="5056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TOOLBOX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6309360" y="2057400"/>
            <a:ext cx="5056632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I'd pass on that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저는 그건 안 할게요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It's not the right fit for me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저랑은 안 맞아요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 didn't feel comfortable with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~는 마음이 편치 않았어요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I'd rather not speak for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~를 대신해서 말하고 싶진 않아요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Thanks for thinking of me, but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생각해주셔서 감사한데 ~</a:t>
            </a:r>
            <a:endParaRPr lang="en-US" sz="14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48640" y="5303520"/>
            <a:ext cx="11091672" cy="1188720"/>
          </a:xfrm>
          <a:prstGeom prst="roundRect">
            <a:avLst>
              <a:gd name="adj" fmla="val 6923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dash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822960" y="541324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CAUGHT TODAY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822960" y="5687568"/>
            <a:ext cx="1051560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endParaRPr lang="ko-KR" sz="1400" dirty="0"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HONEST, NOT RUDE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The Line You Walk</a:t>
            </a:r>
            <a:endParaRPr lang="en-US" sz="30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QUESTIONS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548640" y="1865376"/>
            <a:ext cx="5257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Q1 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How do you say something's not worth it without being rude?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Q2 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Do your followers want honesty, or do they want you to love everything?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Q3 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What's the worst reaction you've had to an honest review?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035040" y="1554480"/>
            <a:ext cx="5605272" cy="2743200"/>
          </a:xfrm>
          <a:prstGeom prst="roundRect">
            <a:avLst>
              <a:gd name="adj" fmla="val 3000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6309360" y="1737360"/>
            <a:ext cx="5056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TOOLBOX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6309360" y="2057400"/>
            <a:ext cx="5056632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It's beautiful, but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예쁘긴 한데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It's a great product — just not for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좋은 제품이에요, 다만 ~한 분들껜 아니고요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 can see why people love it, but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왜 좋아하는지는 알겠는데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Honestly,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솔직히 말하면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That's just my take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제 생각일 뿐이에요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48640" y="5303520"/>
            <a:ext cx="11091672" cy="1188720"/>
          </a:xfrm>
          <a:prstGeom prst="roundRect">
            <a:avLst>
              <a:gd name="adj" fmla="val 6923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dash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822960" y="541324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CAUGHT TODAY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822960" y="5687568"/>
            <a:ext cx="1051560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endParaRPr lang="ko-KR" sz="1400" dirty="0"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2026-09-14T00:00:03Z</dcterms:created>
  <dcterms:modified xsi:type="dcterms:W3CDTF">2026-09-14T00:00:03Z</dcterms:modified>
</cp:coreProperties>
</file>
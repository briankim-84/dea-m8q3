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666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92883A11-6852-4A78-9DAD-7226EE1113F0}"/>
    <pc:docChg chg="custSel modSld">
      <pc:chgData name="Brian Kim" userId="bfb6c6aebdabc740" providerId="LiveId" clId="{92883A11-6852-4A78-9DAD-7226EE1113F0}" dt="2026-09-08T01:56:44.449" v="1" actId="478"/>
      <pc:docMkLst>
        <pc:docMk/>
      </pc:docMkLst>
      <pc:sldChg chg="addSp delSp mod">
        <pc:chgData name="Brian Kim" userId="bfb6c6aebdabc740" providerId="LiveId" clId="{92883A11-6852-4A78-9DAD-7226EE1113F0}" dt="2026-09-08T01:56:44.449" v="1" actId="478"/>
        <pc:sldMkLst>
          <pc:docMk/>
          <pc:sldMk cId="0" sldId="259"/>
        </pc:sldMkLst>
        <pc:spChg chg="add del">
          <ac:chgData name="Brian Kim" userId="bfb6c6aebdabc740" providerId="LiveId" clId="{92883A11-6852-4A78-9DAD-7226EE1113F0}" dt="2026-09-08T01:56:44.449" v="1" actId="478"/>
          <ac:spMkLst>
            <pc:docMk/>
            <pc:sldMk cId="0" sldId="259"/>
            <ac:spMk id="13" creationId="{B42722AA-11FD-4710-9384-FFD459FBDF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41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MINKYUNG · CLASS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Review, Out Loud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piece. Say what you'd say to camera — in English.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the week — anything you filmed?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new that landed on your desk?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 got to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주엔 ~하게 됐어요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meaning to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~하려고 벼르고 있었어요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Piece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item you covered recently.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first thing anyone notices about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you notice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먼저 눈에 들어오는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kind of piece that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건 ~한 물건이죠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close, it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가까이서 보면 ~해요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Details That Sell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finish, weight — walk me through it.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this from the one next to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것과 다른 점은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 is where the money went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돈이 들어간 곳은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~ on the wrist / shoulder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손목에 / 어깨에 ~하게 얹혀요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tell a friend to buy it? Be honest.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right for — and who should skip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price, I'd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값이면 저는 ~하겠어요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own ~, skip it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~가 있다면 넘기세요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worth it if you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~하는 사람이라면 값어치를 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308</Words>
  <Application>Microsoft Office PowerPoint</Application>
  <PresentationFormat>와이드스크린</PresentationFormat>
  <Paragraphs>63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2026-08-31T02:16:08Z</dcterms:created>
  <dcterms:modified xsi:type="dcterms:W3CDTF">2026-09-08T05:10:22Z</dcterms:modified>
</cp:coreProperties>
</file>
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0888" cy="6858000"/>
  <p:notesSz cx="6858000" cy="121808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2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8B43AE14-AC7C-4609-BB0F-BED8DB848809}"/>
    <pc:docChg chg="modSld">
      <pc:chgData name="Brian Kim" userId="bfb6c6aebdabc740" providerId="LiveId" clId="{8B43AE14-AC7C-4609-BB0F-BED8DB848809}" dt="2026-08-12T05:24:17.458" v="0"/>
      <pc:docMkLst>
        <pc:docMk/>
      </pc:docMkLst>
      <pc:sldChg chg="addSp">
        <pc:chgData name="Brian Kim" userId="bfb6c6aebdabc740" providerId="LiveId" clId="{8B43AE14-AC7C-4609-BB0F-BED8DB848809}" dt="2026-08-12T05:24:17.458" v="0"/>
        <pc:sldMkLst>
          <pc:docMk/>
          <pc:sldMk cId="0" sldId="258"/>
        </pc:sldMkLst>
        <pc:inkChg chg="add">
          <ac:chgData name="Brian Kim" userId="bfb6c6aebdabc740" providerId="LiveId" clId="{8B43AE14-AC7C-4609-BB0F-BED8DB848809}" dt="2026-08-12T05:24:17.458" v="0"/>
          <ac:inkMkLst>
            <pc:docMk/>
            <pc:sldMk cId="0" sldId="258"/>
            <ac:inkMk id="22" creationId="{517FC52B-F42C-4E85-ADE4-E4E60CEDC718}"/>
          </ac:inkMkLst>
        </pc:inkChg>
      </pc:sldChg>
      <pc:sldChg chg="addSp">
        <pc:chgData name="Brian Kim" userId="bfb6c6aebdabc740" providerId="LiveId" clId="{8B43AE14-AC7C-4609-BB0F-BED8DB848809}" dt="2026-08-12T05:24:17.458" v="0"/>
        <pc:sldMkLst>
          <pc:docMk/>
          <pc:sldMk cId="0" sldId="260"/>
        </pc:sldMkLst>
        <pc:inkChg chg="add">
          <ac:chgData name="Brian Kim" userId="bfb6c6aebdabc740" providerId="LiveId" clId="{8B43AE14-AC7C-4609-BB0F-BED8DB848809}" dt="2026-08-12T05:24:17.458" v="0"/>
          <ac:inkMkLst>
            <pc:docMk/>
            <pc:sldMk cId="0" sldId="260"/>
            <ac:inkMk id="22" creationId="{15BADBAC-08DD-46C8-AA6E-8BD8349A6DF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67.44186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8-12T04:38:11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3528 1729 0,'35'-18'62,"0"18"-62,54-18 16,369 18-1,424 0 1,-335 18 0,546-18-16,-175 0 31,-283 0-15,-142 0-1,-87 0 1,-53 0-1,-177 0-15,124 0 16,123 0 15,-176 0-15,-88 0 0,-88 0-16,34 0 15,-16 0 1,16 0-1,-69 0 64</inkml:trace>
  <inkml:trace contextRef="#ctx0" brushRef="#br0" timeOffset="121221.28">8290 6826 0,'0'18'187,"18"0"-187,193 52 16,-87-35-1,17 1 1,212 69 0,-36-69 15,-35-36-16,-35 0 1,194 0 0,-264 0-1,193 0 1,-176 17-16,18 1 16,193 53-1,-34-19 1,52-34 15,-194-18-31,406 18 16,-423-18-1,423 0 1,-176-18 0,-195-17-1,230 0-15,-229 17 16,246-17-1,-282 17 1,1 0-16,17-17 16,0 35-16,264-18 15,-176 1 1,18-1-16,300-35 16,-124 36-1,-71 17 1,142 0-1,-141-53 1,34-35 15,-263 52-31,17 19 16,-36-1-16,1 0 16,352 1-1,-387 17 1,228 0-1,-193 0-15,176 0 16,-53 0 0,-52-36-1,105 1 1,158-18 0,248 0-1,-194 53 1,-406 0-1</inkml:trace>
  <inkml:trace contextRef="#ctx0" brushRef="#br0" timeOffset="203649.31">10442 4727 0,'18'-17'47,"-1"17"-47,1 0 16,70 52-1,-53-34 1,-35 17 15,106 54-15,-88-54-1,17 18 1,-17 0-16,35 0 16,-36-18-1,1-17 48,-1-18-16,-17 17-32,18-17 1,17-35-1,18 0-15,194-265 16,-70 106 15,-107 70-31,124-140 16,-35 17 0,-124 194 15,-17 18-16,17-1 1,-35 19-16,18-1 16</inkml:trace>
  <inkml:trace contextRef="#ctx0" brushRef="#br0" timeOffset="204811.26">18996 4604 0,'18'-18'15,"0"53"17,-1 36-32,19-1 15,17 125 1,-18-125-16,0 106 15,18-34 1,-35-125 0,-1 18-16,1-35 62,17-52-62,71-142 16,-35 70-1,193-264 17,-158 194-32,-88 159 31</inkml:trace>
  <inkml:trace contextRef="#ctx0" brushRef="#br0" timeOffset="-181795.61">14446 4745 0,'35'-18'31,"0"53"-16,-17 18 1,35 18-16,-18-36 16,-17 18-1,-18-35 48,123-177-32,1 0-31,-18 18 0,-1 0 16,36-35-1,-88 70 1,-35 88 0,-18-17-1,18 35 1,-18-18 15</inkml:trace>
  <inkml:trace contextRef="#ctx0" brushRef="#br0" timeOffset="-136356.58">23353 4868 0,'0'18'15,"35"105"1,-17-70 0,35 0-1,-36-53 1,19 36-1,-19-19 17,1 1-17,88-71 17,-18-35-32,230-283 31,-213 230-31,1 35 15,35-70 1,-70 88 0</inkml:trace>
  <inkml:trace contextRef="#ctx0" brushRef="#br0" timeOffset="-101710.71">6509 8308 0,'105'106'16,"-34"-18"-1,52 35 16,-17-17-15,-88-88 31,0-18-31,34-18-16,1-70 15,36-35 1,122-160-1,-105 142-15,53-88 16,-89 123 0,-17 53-16,18-106 31</inkml:trace>
  <inkml:trace contextRef="#ctx0" brushRef="#br0" timeOffset="-100453.25">9877 9560 0,'53'0'47,"106"0"-31,476-17 0,-106 17-16,812 0 15,370 0 1,105 0-1,-1004 0-15,722 0 32,-969 0-32,405 0 15,-547 0-15,300 0 16,-335 0 0,106 0-1,406 0 1,123 0-1,-106-36 1,-282 19 0,335 17-1,-282 0 1,-300-36 0,-53 36-16,-35 0 15,-71 0-15,106 0 16,-88 0-1,-17 0 1,-89-17 0,-53-1-1</inkml:trace>
  <inkml:trace contextRef="#ctx0" brushRef="#br0" timeOffset="-21417.52">26157 7796 0,'-17'18'141,"-18"17"-141,17 1 16,0 16-1,-17 37-15,-36 140 16,19-88 15,34-53-15,-17 53-1,-18 1 1,35-19 0,0-88-1,1 71 1,-1-53-16,-35 88 16,0-53-1,-52 18 1,87-53-1,18-35 1,-18 17 0,18 0-1,-17-17 1,-1 0 31,53-71 15</inkml:trace>
  <inkml:trace contextRef="#ctx0" brushRef="#br0" timeOffset="-20231.11">25787 8961 0,'35'0'78,"18"0"-62,35-18 0,-52 18-1,17-18-15,17 18 16,18 0-1,-17-35 1,-1 35 15,-34-18-31,52 1 32,-53 17-17,-17 0 63,17 0-62,-17 0 31,-1 0-47,1-18 15,0 18 1,17-18 0,-17 18-1,17 0 1,0 0 0,-17 0-1,52 0 1,-17-17-1,-35 17 32,17 0 94</inkml:trace>
  <inkml:trace contextRef="#ctx0" brushRef="#br0" timeOffset="-8175.5">13864 7655 0,'17'0'78,"1"18"-78,53 105 16,17 1-1,-88-89-15,17 0 16,1-17 62,123-106-62,-35-71 15,-53 89-16,-18 34-15,36-70 16,-1 1 0,-52 69-1,35 19 1</inkml:trace>
  <inkml:trace contextRef="#ctx0" brushRef="#br0" timeOffset="23872.2">6420 10636 0,'0'18'16,"36"0"-16,-1 17 31,18 0-31,-18 18 16,53 106-16,18-1 15,-18-16 1,-70-107 0,17-17-1,-35-1 1,18-17 15,17-17-31,-17-19 0,35-34 16,0-36-1,17 0-15,1-53 16,17-35-16,35 0 16,19 0-16,-19-35 15,0 35-15,19-53 16,-125 159-16</inkml:trace>
  <inkml:trace contextRef="#ctx0" brushRef="#br0" timeOffset="174646.76">21695 11889 0,'18'-18'62,"-1"18"-46,19 0-16,16 0 0,178 0 16,140 0 15,124 0-16,176 0 1,318 0 0,-776 0-1,158-18-15,-123 1 16,-88 17 15,-89 0-31,71 0 16,-17 0-16,264 0 31,-335 35-31,-18-17 16,0-1-1,1 1 1,140-18 0,106 0-1,-141 0-15,124 0 16,-194 0-1</inkml:trace>
  <inkml:trace contextRef="#ctx0" brushRef="#br0" timeOffset="-106504.58">12647 11642 0,'0'17'47,"17"1"-31,72 0-16,-1-18 15,212 17 1,-106-17-16,229 0 15,18 0 17,141 0-17,-247 0-15,-53 0 0,-35 0 16,53 0 0,-229 0 93,-36 0-78,0 0-31,-17 0 16,17 0-16,18-17 15,17-1-15,19 0 32</inkml:trace>
  <inkml:trace contextRef="#ctx0" brushRef="#br0" timeOffset="-51631.39">9348 12083 0,'-35'0'31,"141"0"-15,35 0 0,582-18-1,-388 0-15,-105 18 16,263-17 0,266-89-1,140 0 1,-105 71-1,-423 35-15,405 0 16,-247 0 15,-124 0-15,-246 0-16,53 0 16,-36 0-16,318 0 15,459 0 16,17 0-15,-212 0 15,-193 0-15,69 17 15,-351-17-31,599 18 31,-583 0-31,284-1 16,104 1 0,72 35-1,-89-53 1,265 0 15,-459-18-15,-141-17-1,-247 17-15,18 18 16,-53 0-16,-18 0 16,-17 0 77,17 0-93,1 0 16</inkml:trace>
  <inkml:trace contextRef="#ctx0" brushRef="#br0" timeOffset="10670.12">21483 14217 0,'71'0'16,"52"0"-16,18 0 16,283 0-1,52 0 1,18 0-1,123 0 1,-458 0 0,-36 0-16,19 0 15</inkml:trace>
  <inkml:trace contextRef="#ctx0" brushRef="#br0" timeOffset="12208.55">9225 14111 0,'0'-18'47,"53"18"-32,70 18 1,301 70-1,263 89 1,-299-89-16,-52 18 31,-19-71-31,159 36 32,-458-71 30,0 0 1,-36 0-17,0 0-30,1 0 0,-19 0 15,1 0-15</inkml:trace>
  <inkml:trace contextRef="#ctx0" brushRef="#br0" timeOffset="16229.8">16950 14429 0,'-17'-18'0,"52"18"15,18 0 1,35 0 0,159 0-1,88 0 1,283 106 0,-125-71-1,-228-35 1,141 0-1,-159 0 1,-212 0-16,0 0 16,0 0-1,1 18-15,52-18 16,-71 0 0,19 0-1,-1 0 48,106 0-32,-17 17-31,-1 19 16,195 52-1,-71-35 1,-159-53 15</inkml:trace>
  <inkml:trace contextRef="#ctx0" brushRef="#br0" timeOffset="31985.72">24305 12859 0,'18'-18'0,"0"18"15,-1 0 1,19 53-1,-19 0 1,1-53 0,35 70-1,-18-52 1,18 35 15,-35-53-31,70-88 16,-70 0-1,158-159 17,-53 53-17,-52 105 1,-1-69 0</inkml:trace>
  <inkml:trace contextRef="#ctx0" brushRef="#br0" timeOffset="125356.81">14569 14517 0,'0'35'31,"-106"0"-15,-88 18 15,53-35-31,-211 0 16,140-1-1,-159-17 1,195 0-16,-36 0 16,160 0-1,34 0 1,0 0-1,1 0 1,-72-123-16,-34-54 31,-36 36-15,71 71-16,0 17 16,35 0-16,-35-53 15,-18-53 16,53 71-15,35 35-16,1 18 16,17-36-1,0 18-15,0 18 16,17-35-16,1 34 16,17-17-16,71-35 31,-18 18-31,283-177 15,-213 158 1,1 19 0,141-89-1,-159 106-15,265-70 16,-159 70 0,299-71-1,-69 36 1,-177 71-1,-212 17-15,18 52 16,-18 54 0,53 71-1,35-19 1,54 54 0,-107-71-1,-70-53 1,-35-52-1,-1-1-15,-17 0 16,0 1-16,18-1 16,-1 18-16,-17 17 15,18 18 17,-18-35-32,-53 71 15,-17-54 1,-89 160-1,0-54 1,89-70 0,-19 35-16,-52 35 15,18 1 1,105-142 0,-17 18-1</inkml:trace>
  <inkml:trace contextRef="#ctx0" brushRef="#br0" timeOffset="170335.26">14005 15381 0,'17'0'0,"36"71"31,-35-54-31,-18 1 16,18 17 0,17 0-16,-17-35 0,-1 36 31,18-36-15,-17 17-1,17 19 1,1-36-16,-19 17 15,1 1-15,0-18 32,-1 18 15,1-18-32,-1 0-15,19-18 16,-1-35-16,18-18 15,106-175 1,-36 69 0,-88 124-1</inkml:trace>
  <inkml:trace contextRef="#ctx0" brushRef="#br0" timeOffset="171265.12">18273 15575 0,'36'53'0,"-72"-106"0,89 141 16,18 18 0,-18-18 15,-18-70-15,-17-18 15,-1 0 0,36-18-15,0-35-1,35-88-15,53-53 32,-53 106-32,-17 0 15,0 17-15,17 36 16,-53 0-1</inkml:trace>
  <inkml:trace contextRef="#ctx0" brushRef="#br0" timeOffset="172504.27">23124 15363 0,'0'0'0,"0"18"0,35 35 16,0 0-16,18 106 15,0-53 1,-18-71-1,-17-35 48,17-18-47,1-70-16,16 35 15,72-123 1,-54 35-1,-34 88-15,-19 17 16,-17 1 62</inkml:trace>
  <inkml:trace contextRef="#ctx0" brushRef="#br0" timeOffset="174729.72">11518 16933 0,'35'0'62,"-17"0"-46,35 0-16,35 0 15,194 0 1,-70 0-16,211 0 16,-17 0 15,-230 0-31,36 0 16,-18 0-16,123 0 15,36 0 16,-265 0-31,53 0 16,-70 0 0,70 0-16,53 0 31,-123 0-31,105 0 16,-88 0-1,106 0 1,-70 0-16,-1 0 15,230 0 1,-124 0 0,-105 0-1,-1 0-15,-35 0 16,124 0 0,52 0-16,19 0 15,-19 0 1,36 0-1,53 0 1,211 0 15,1 0-15,-265 0 0,-159 0 15,-18 0-31,248 0 15,-230 0 1,0 0-16,141 0 16,-88 0-1,159 0 1,-195 0-16,178 0 16,-54 0-1,-159 0-15,-17 0 16,53 0-16,-53 0 15,0 0-15,-36 0 16,1 0-16,158 0 31,-141 0-15,18 0-16,88 0 16,-88 0-1,-18 0-15,35-17 0,1 17 16,-18-18-16,246 18 15,-16 0 1,-142 0 0,-141 0 62,-18 0-78,-18 0 0,19 0 15</inkml:trace>
  <inkml:trace contextRef="#ctx0" brushRef="#br0" timeOffset="191000.21">19755 17392 0,'-159'53'16,"318"-106"-16,-406 141 0,159-53 15,-89 18 1,-317-17 15,353-36-31,-106-18 16,-17-35 15,123 18-31,-159-71 16,53 0-1,141 53-15,18 18 16,-124-106 0,-35 0-1,142 70-15,-89-35 16,158 71 0,-17-18-1,18 0 1,17-17-16,-17-54 15,17 54 1,18-1 0,-17-35-1,17 53-15,0 0 0,0 0 16,17 18-16,19-71 16,70-17-1,-1-54 1,89 19-1,-88 70 1,229-54 0,1 19-16,52 35 31,-212 70-15,212-17-1,-212 35-15,124 0 16,-159 0-1,-52 35 1,34 53 0,230 36-1,-230-89 1,18 18 0,-88 70-1,18 89-15,-1 17 16,-34-140-1,-1-1 1,0-35 0,-35-18-1,0 0 1,35 36 0,-35-36-16,18 0 15,-18 1-15,0-1 16,0-17-1,18-1-15,-18 1 32,0 0 30</inkml:trace>
  <inkml:trace contextRef="#ctx0" brushRef="#br0" timeOffset="191526.65">12929 17762 0,'-35'0'0,"70"0"16,-106 0-1,54 0 1,-1-17-1</inkml:trace>
  <inkml:trace contextRef="#ctx0" brushRef="#br0" timeOffset="192325.16">11853 15487 0,'-124'176'16,"-17"1"-1,0-1 1,53-35-1,53-53 1,35-52-16,0 70 16,0 17-1,53 53 17,0-70-17,141 35 16,-106-88-15,-18 0-16,19-35 16,-1 17-16,18-35 0</inkml:trace>
  <inkml:trace contextRef="#ctx0" brushRef="#br0" timeOffset="193285.5">15187 15399 0,'17'0'16,"1"0"-16,-1 35 15,1-17 1,0 17-16,17 71 16,36 0 15,-54-53-31,54 193 16,-71-175-1,17 70 1,-17-88-16,-53 176 31,36-70-15,-18-71-16,-18 18 15,17-71 1,-52 54 0,35-36-16</inkml:trace>
  <inkml:trace contextRef="#ctx0" brushRef="#br0" timeOffset="194124.35">21589 15469 0,'-70'36'15,"140"-72"-15,-211 160 0,53-18 16,-353 458 15,353-440-31,-106 246 31,211-123-15,107-124 0,-107-52-1,36-18-15,18 17 16,0-17-16,193 18 31,389 35-15,-353-89 15,-36-34-15,-246 17-1</inkml:trace>
  <inkml:trace contextRef="#ctx0" brushRef="#br0" timeOffset="194873.34">25223 15064 0,'35'0'0,"53"141"32,18-71-17,53 89 1,35 35-1,0 53 1,-106-106-16,35 106 16,-52 229 15,-89-282-31,-158 212 16,-36 17 15,106-246-31,-52 52 15,34-70 1,89-142 31,0-17-16</inkml:trace>
  <inkml:trace contextRef="#ctx0" brushRef="#br0" timeOffset="-146227.56">28309 5186 0,'18'17'31,"194"319"-16,87 87 1,-52-35 0,36 53-16,651 1199 31,-493-599-31,-282-159 31,-106 53-15,-53-318-1,0 1-15,-71 757 16,1-193 15,52-1005-31,1 17 16,-1-89 0,0-52-16,1 36 15,-1 16 1,0-34-1,-158 229 1,106-194 0,-72 88-1,107-124 1,-18 1-16,18-36 0,-18 53 16,-88 53-1,-35 71 1,34-18-1,107-106-15,0-52 16,35-19 47,0-34-48,53-1 1</inkml:trace>
  <inkml:trace contextRef="#ctx0" brushRef="#br0" timeOffset="-134826.26">10900 6862 0,'-88'52'15,"0"-16"1,-35 17-16,-142 35 16,71-71-1,35-17-15,-282 18 16,-70-106 0,123 0-1,159 17 1,176 36-1,17 0-15,1-36 16,0-17 0,17 0-1,1-53-15,-1-177 16,71 36 0,0 158-16,70-158 15,-35 159 1,71-18-16,229-142 15,177 54 1,299-18 0,-70 53-1,-512 123 1,-53 36 0,-70 18-16,0 17 15,123 317 1,-53 1-1,-123-107 1,0 160 0,-89-160-16,-52 195 15,-18-230 1,0 18-16,-35-52 16,-53 122-1,-18-70 1,71-106-16,-53-17 15,88-36 1,-123 36 0,70-54-1,-18 19-15,-34 34 0,34-35 16,-70 36 0,53 17-1,106-70 32</inkml:trace>
  <inkml:trace contextRef="#ctx0" brushRef="#br0" timeOffset="-122842.31">25505 9772 0,'-18'18'16,"-35"34"-16,-176 37 15,53-54 1,-36 0-16,0 1 16,-299 87-1,-107 53 1,301-123 15,194-53-15,-1-70-1,1-36 1,-36-53 0,88 71-1,-70-71 1,-123-282-1,123 282 1,17 89 0,89 35-1,35-89 1,0 18-16,35-88 16,0 71-1,54-142 1,34-17-1,-52 176-15,87-105 16,72 34 0,69-35 15,-105 71-31,688-247 16,230 53 15,-548 247-16,-194 70 1,-52 36 0,88 141-1,-71 35 17,-124-88-32,195 141 31,-318-159-31,53 212 15,-105-36 17,16 336-17,-52-459 1,-70 88 0,-36 18-1,-53-17 1,36-89-16,-142 88 31,89-123-31,-159 105 16,-53-34-1,0-36 1,194-88-16,-18 0 16,18 0-16,-123 17 15</inkml:trace>
  <inkml:trace contextRef="#ctx0" brushRef="#br0" timeOffset="-105352.35">20072 12453 0,'-17'35'16,"-54"89"0,18-54-1,0 1-15,-35-1 16,-124 1 0,107-53-16,-160-1 15,89-34 1,-353-107-1,282 18 1,141 53 0,-141-35-1,141 18 17,71 34-32,-36-69 15,54 52 1,-89-141-1,88 123 1,-17 1-16,0 34 16,17-34-16,0 34 15,-17-17-15,35-88 16,106-88 0,35-36 15,-53 142-31,-17 17 0,70-141 15,-88 177 1,105-107 0,-87 89-16,158-88 15,-17 52 1,-159 71-16,106 36 31,193-36-15,-17 53-1,-141 35 1,0 18-16,283 35 16,-72-53-1,-246 18 1,-141-17 0,-1 17-16,19 123 15,-1-70 1,36 0-16,52-36 15,36 54-15,-142-36 16,-17 71 0,-88 123-16,35 18 15,-17-71 1,34-158 15,1 34-31,0 36 31,0-52-15,17-54 0,0-17-1,-17-1 1,0 1 0,17 17-1,-88 36-15</inkml:trace>
  <inkml:trace contextRef="#ctx0" brushRef="#br0" timeOffset="-95998.73">13670 15275 0,'-71'-17'0,"18"-1"15,-35 0 1,17-35-1,19 18 1,-107-53 0,18-18-1,-36 0 1,142 89 0,0-19-1,-71-52 1,71 35-16,-36-35 15,18 18-15,-70-125 16,70 72 0,0 35-1,35-18 1,18 35-16,0 1 16,0-18-16,36-18 15,69-106 1,72 18-1,-89 88-15,212-88 16,529-88 15,-388 141-31,-18 35 16,-35 0-16,-106 53 16,-52-17-16,87-36 15,-246 88 1,-18 1-16,17 52 15,106 194 1,-17 1 0,123 405-1,-105-53-15,-142-159 32,-88-105-17,-35-160-15,-53-34 16,0-1-16,-89 1 15,19-54-15,-407 107 16,336-107 0,-159 18-1,247-70-15,36-18 16,-36 18-16,123-18 16</inkml:trace>
  <inkml:trace contextRef="#ctx0" brushRef="#br0" timeOffset="-91340.46">14234 17886 0,'0'-18'32,"-18"18"-17,-17 0 1,-35 18-16,-36-18 0,-335-35 31,53-54 0,211 19-31,-122-18 16,175 35 0,-264-177-1,247 142-15,-106-18 16,106 53 0,88 1-16,-35-19 15,70 36-15,-17-1 16,17-17-1,-17-193 1,17-19 0,36 18-1,70 35 1,53-52 0,-35 105-16,53 18 15,17-18-15,1 0 16,17 36-16,229-124 15,406 18 17,71 193-17,-548 36 1,618 283 0,-529 140 30,-405-282-46,34 177 16,-70-160-16,-17 177 31,-19-176-31,-246 353 16,159-389 0,-160 107-1,-105 34 1,71-70 15,123-70-15,-194 52-1,229-123 1,124-35 31,-1-18-32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67.44186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8-12T04:38:14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3563 1711 0,'71'0'47,"352"0"-31,-106 0-1,19 0-15,52 0 16,776 0 0,-353 0-1,-423 0 1,0 0 0,-53 0-16,-88 0 15,0 0-15,106 0 16,-71 0-1,-141 0-15,-17 0 16,-54 0-16,54 0 31,-89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5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Minkyung 요청: 친구들과 편한 자리에서 하는 대화. 표현 목록 수업이 아니라 반응 속도 훈련. 정답이 여러 개고, 속도가 목표. Drill에서는 조각 목록을 화면에서 내릴 것 — 보고 고르면 훈련이 안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 Social Talk와의 대비를 명확히 — 그건 처음 만난 자리, 오늘은 오래 안 사이. 언제 뭘 쓰는지 감이 잡힘.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줄씩: 상황 설명 → Brian이 문장 하나 던지고 Minkyung이 그 줄의 조각으로 반응 → 다음 줄. 다섯 번째(Nice one)가 새로 넣은 것 — 앞의 넷이 전부 중립·안 좋은 소식 쪽이라 좋은 일을 받아줄 반응이 필요했음.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빠른 템포가 전부 — 막히면 넘어가고 나중에 다시. 좋은 소식·나쁜 소식·놀라운 소식을 섞어 던질 것. Minkyung이 같은 반응만 반복하면 그때만 살짝 유도.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번째(Buying time)가 실은 제일 실용적 — 편한 대화가 어색해지는 건 침묵 때문. 문장을 만드는 동안 자리를 지키는 소리. 원어민이 가장 많이 쓰는 조각들이라는 점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여기서도 화면에 조각 목록 없음. 두 조각이 붙으면 대화가 스스로 굴러가기 시작 — 그 감각을 잡는 게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소재는 셋 중 Minkyung이 고르게. 오늘 훈련한 반응이 실제 대화에서 나오는지 관찰 — 안 나오면 지적하지 말고 다음 수업 재료로.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0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Minkyung — Class 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0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Something Back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80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to say — how fast you say it.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46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46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One's Different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46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새 표현을 외우는 시간이 아니에요.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46684" cy="1371600"/>
          </a:xfrm>
          <a:prstGeom prst="roundRect">
            <a:avLst>
              <a:gd name="adj" fmla="val 6000"/>
            </a:avLst>
          </a:prstGeom>
          <a:solidFill>
            <a:srgbClr val="22395B"/>
          </a:solidFill>
          <a:ln w="8890">
            <a:solidFill>
              <a:srgbClr val="4A68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47088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4 was polite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249424"/>
            <a:ext cx="10498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Careful, warm, a little formal.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만난 사람과의 예의 있는 대화 — What I find fascinating about ~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11046684" cy="1371600"/>
          </a:xfrm>
          <a:prstGeom prst="roundRect">
            <a:avLst>
              <a:gd name="adj" fmla="val 6000"/>
            </a:avLst>
          </a:prstGeom>
          <a:solidFill>
            <a:srgbClr val="22395B"/>
          </a:solidFill>
          <a:ln w="8890">
            <a:solidFill>
              <a:srgbClr val="4A68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401568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fast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3803904"/>
            <a:ext cx="10498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don't wait for your sentence. They wait for your reaction.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4206240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친구와의 대화는 문장이 아니라 반응이에요. 1–2초 안에 뭔가 나와야 해요.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846320"/>
            <a:ext cx="11046684" cy="1371600"/>
          </a:xfrm>
          <a:prstGeom prst="roundRect">
            <a:avLst>
              <a:gd name="adj" fmla="val 6000"/>
            </a:avLst>
          </a:prstGeom>
          <a:solidFill>
            <a:srgbClr val="22395B"/>
          </a:solidFill>
          <a:ln w="8890">
            <a:solidFill>
              <a:srgbClr val="4A68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956048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right answers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5358384"/>
            <a:ext cx="10498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correct line — just don't leave the silence.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760720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조각 하나를 고르는 게 아니라, 아무거나 튀어나오면 성공이에요.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70412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46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INSTANT REACTIONS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46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They Finish Talking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46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 말이 끝나기도 전에 나오는 것 — 다섯 종류, 조각은 아무거나.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Surprise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놀랐을 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55848" y="1719072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way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kidding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Seriously?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Wait, what?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596896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here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공감할 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55848" y="2651760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know, right?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about it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exactly 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0273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more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듣고 싶을 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3584448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 really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 when?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come?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what?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4462272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354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rough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안됐을 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55848" y="4517136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 no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rough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Ugh, the worst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sorry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5394960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681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one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소식일 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55848" y="5449824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for you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amazing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at you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70412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517FC52B-F42C-4E85-ADE4-E4E60CEDC718}"/>
                  </a:ext>
                </a:extLst>
              </p14:cNvPr>
              <p14:cNvContentPartPr/>
              <p14:nvPr/>
            </p14:nvContentPartPr>
            <p14:xfrm>
              <a:off x="1270080" y="609480"/>
              <a:ext cx="9874080" cy="599472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517FC52B-F42C-4E85-ADE4-E4E60CEDC7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720" y="600120"/>
                <a:ext cx="9892800" cy="601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46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46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Off, Mouth 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46684" cy="3200400"/>
          </a:xfrm>
          <a:prstGeom prst="roundRect">
            <a:avLst>
              <a:gd name="adj" fmla="val 2857"/>
            </a:avLst>
          </a:prstGeom>
          <a:solidFill>
            <a:srgbClr val="2E4A52"/>
          </a:solidFill>
          <a:ln w="12700">
            <a:solidFill>
              <a:srgbClr val="A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20240"/>
            <a:ext cx="104066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kern="0" spc="15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HOW IT WORKS
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 a line. You react — in under two seconds. That's it.
</a:t>
            </a:r>
            <a:r>
              <a:rPr lang="en-US" sz="125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조각 목록은 보지 않아요. 고르는 게 아니라 튀어나오는 게 목표예요. 같은 반응을 두 번 써도 괜찮아요.
</a:t>
            </a: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quit my job last week.”    “My flight got cancelled.”    “I met him at a wedding.”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“I've been sick since Monday.”    “I'm going to Paris next month.”    “She said no.”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5074920"/>
            <a:ext cx="11046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 lines, no stopping.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70412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46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FOLLOW-THROUGH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46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Keep It Going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46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 다음에 대화를 이어붙이는 다섯 가지.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up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되물을 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55848" y="1719072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Wait, back up —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you're saying ~?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 on, when was this?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596896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turn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얘기 얹을 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55848" y="2651760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thing happened to me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reminds me of ~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Okay, my turn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0273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sure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가볍게 반박할 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3584448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know, though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Really? I'd say ~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4462272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354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on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화제 바꿀 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55848" y="4517136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Anyway —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Speaking of ~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Oh, before I forget —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5394960"/>
            <a:ext cx="11046684" cy="859536"/>
          </a:xfrm>
          <a:prstGeom prst="roundRect">
            <a:avLst>
              <a:gd name="adj" fmla="val 8511"/>
            </a:avLst>
          </a:prstGeom>
          <a:solidFill>
            <a:srgbClr val="22395B"/>
          </a:solidFill>
          <a:ln w="7620">
            <a:solidFill>
              <a:srgbClr val="4A68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681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Buying time
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생각할 시간이 필요할 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55848" y="5449824"/>
            <a:ext cx="79834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me think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put this</a:t>
            </a: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Okay so —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70412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15BADBAC-08DD-46C8-AA6E-8BD8349A6DFC}"/>
                  </a:ext>
                </a:extLst>
              </p14:cNvPr>
              <p14:cNvContentPartPr/>
              <p14:nvPr/>
            </p14:nvContentPartPr>
            <p14:xfrm>
              <a:off x="1282680" y="615960"/>
              <a:ext cx="2248200" cy="36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15BADBAC-08DD-46C8-AA6E-8BD8349A6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3320" y="606600"/>
                <a:ext cx="226692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46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46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React, Then One More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46684" cy="3200400"/>
          </a:xfrm>
          <a:prstGeom prst="roundRect">
            <a:avLst>
              <a:gd name="adj" fmla="val 2857"/>
            </a:avLst>
          </a:prstGeom>
          <a:solidFill>
            <a:srgbClr val="2E4A52"/>
          </a:solidFill>
          <a:ln w="12700">
            <a:solidFill>
              <a:srgbClr val="A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20240"/>
            <a:ext cx="104066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kern="0" spc="15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HOW IT WORKS
</a:t>
            </a: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drill — but this time, react and then say one more thing.
</a:t>
            </a:r>
            <a:r>
              <a:rPr lang="en-US" sz="1250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 하나 → 이어붙이기 하나. 두 조각이면 대화가 굴러가요.
</a:t>
            </a: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quit my job last week.”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“No way — wait, back up. When was this?”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“I'm going to Paris next month.”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“Look at you! That reminds me — I still haven't booked mine.”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5074920"/>
            <a:ext cx="11046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pieces, every 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70412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46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466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Just Talk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46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연습이 끝났어요. 이제 그냥 친구랑 얘기하는 시간.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46684" cy="2286000"/>
          </a:xfrm>
          <a:prstGeom prst="roundRect">
            <a:avLst>
              <a:gd name="adj" fmla="val 4000"/>
            </a:avLst>
          </a:prstGeom>
          <a:solidFill>
            <a:srgbClr val="2239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74520"/>
            <a:ext cx="1031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and go — no lists, no slides.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103151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“What's the last thing you spent too much money on?”</a:t>
            </a:r>
            <a:endParaRPr lang="en-US" sz="1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“Who did you see this week?”</a:t>
            </a:r>
            <a:endParaRPr lang="en-US" sz="1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“What's been annoying you lately?”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4160520"/>
            <a:ext cx="11046684" cy="914400"/>
          </a:xfrm>
          <a:prstGeom prst="roundRect">
            <a:avLst>
              <a:gd name="adj" fmla="val 9000"/>
            </a:avLst>
          </a:prstGeom>
          <a:solidFill>
            <a:srgbClr val="22395B"/>
          </a:solidFill>
          <a:ln w="8890">
            <a:solidFill>
              <a:srgbClr val="4A68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270248"/>
            <a:ext cx="10498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Afterwards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636008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나온 반응 중 제일 자연스러웠던 거 하나.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5221224"/>
            <a:ext cx="11046684" cy="914400"/>
          </a:xfrm>
          <a:prstGeom prst="roundRect">
            <a:avLst>
              <a:gd name="adj" fmla="val 9000"/>
            </a:avLst>
          </a:prstGeom>
          <a:solidFill>
            <a:srgbClr val="22395B"/>
          </a:solidFill>
          <a:ln w="8890">
            <a:solidFill>
              <a:srgbClr val="4A68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5330952"/>
            <a:ext cx="10498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5696712"/>
            <a:ext cx="10498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L&amp;S로 조각들 반복 — 생각 없이 나올 때까지.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0" y="6327648"/>
            <a:ext cx="12180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today, Minkyung!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70412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910</Words>
  <Application>Microsoft Office PowerPoint</Application>
  <PresentationFormat>사용자 지정</PresentationFormat>
  <Paragraphs>93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1</cp:revision>
  <dcterms:created xsi:type="dcterms:W3CDTF">2026-08-12T01:17:29Z</dcterms:created>
  <dcterms:modified xsi:type="dcterms:W3CDTF">2026-08-12T05:24:20Z</dcterms:modified>
</cp:coreProperties>
</file>